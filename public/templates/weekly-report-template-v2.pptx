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slide17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slide26.xml" ContentType="application/vnd.openxmlformats-officedocument.presentationml.slide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slides/slide37.xml" ContentType="application/vnd.openxmlformats-officedocument.presentationml.slide+xml"/>
  <Override PartName="/ppt/slides/slide40.xml" ContentType="application/vnd.openxmlformats-officedocument.presentationml.slide+xml"/>
  <Override PartName="/ppt/slides/slide43.xml" ContentType="application/vnd.openxmlformats-officedocument.presentationml.slide+xml"/>
</Types>
</file>

<file path=_rels/.rels><ns0:Relationships xmlns:ns0="http://schemas.openxmlformats.org/package/2006/relationships"><ns0:Relationship Type="http://schemas.openxmlformats.org/package/2006/relationships/metadata/core-properties" Target="/docProps/core.xml" Id="Rdaf7502f741e487b" /><ns0:Relationship Type="http://schemas.openxmlformats.org/officeDocument/2006/relationships/extended-properties" Target="/docProps/app.xml" Id="Re9828db97ade44e4" /><ns0:Relationship Type="http://schemas.openxmlformats.org/officeDocument/2006/relationships/officeDocument" Target="/ppt/presentation.xml" Id="Rcda75dfa1ae54e25" /></ns0:Relationships>
</file>

<file path=ppt/presentation.xml><?xml version="1.0" encoding="utf-8"?>
<p:presentation xmlns:ns2="http://schemas.openxmlformats.org/drawingml/2006/main" xmlns:p="http://schemas.openxmlformats.org/presentationml/2006/main" xmlns:r="http://schemas.openxmlformats.org/officeDocument/2006/relationships">
  <p:sldMasterIdLst>
    <p:sldMasterId id="2147483648" r:id="R7d8587b994d44205"/>
  </p:sldMasterIdLst>
  <p:notesMasterIdLst>
    <p:notesMasterId r:id="R9e6da097cc074241"/>
  </p:notesMasterIdLst>
  <p:sldIdLst>
    <p:sldId id="256" r:id="R6773b1f80fd641fb"/>
    <p:sldId id="257" r:id="R1b40e9661bf04e25"/>
    <p:sldId id="263" r:id="R4820bdb6e65d419f"/>
    <p:sldId id="272" r:id="R04f19736e1be4eb3"/>
    <p:sldId id="281" r:id="R104cd37b50894ea2"/>
    <p:sldId id="292" r:id="R9b40f7358d2b4b19"/>
    <p:sldId id="295" r:id="Rb455fd3e494446e7"/>
    <p:sldId id="298" r:id="R88c197b7880c431b"/>
  </p:sldIdLst>
  <p:sldSz cx="7562088" cy="10689336"/>
  <p:notesSz cx="6858000" cy="9144000"/>
  <p:defaultTextStyle>
    <ns2:defPPr>
      <ns2:buNone/>
    </ns2:defPPr>
    <ns2:lvl1pPr marL="0" algn="l" defTabSz="45720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1pPr>
    <ns2:lvl2pPr marL="457200" algn="l" defTabSz="45720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2pPr>
    <ns2:lvl3pPr marL="914400" algn="l" defTabSz="45720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3pPr>
    <ns2:lvl4pPr marL="1371600" algn="l" defTabSz="45720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4pPr>
    <ns2:lvl5pPr marL="1828800" algn="l" defTabSz="45720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5pPr>
    <ns2:lvl6pPr marL="2286000" algn="l" defTabSz="45720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6pPr>
    <ns2:lvl7pPr marL="2743200" algn="l" defTabSz="45720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7pPr>
    <ns2:lvl8pPr marL="3200400" algn="l" defTabSz="45720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8pPr>
    <ns2:lvl9pPr marL="3657600" algn="l" defTabSz="45720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2a547a895bc9460d" /><ns0:Relationship Type="http://schemas.openxmlformats.org/officeDocument/2006/relationships/slideMaster" Target="/ppt/slideMasters/slideMaster1.xml" Id="R7d8587b994d44205" /><ns0:Relationship Type="http://schemas.openxmlformats.org/officeDocument/2006/relationships/notesMaster" Target="/ppt/notesMasters/notesMaster1.xml" Id="R9e6da097cc074241" /><ns0:Relationship Type="http://schemas.openxmlformats.org/officeDocument/2006/relationships/presProps" Target="/ppt/presProps.xml" Id="R4efe6be027e54114" /><ns0:Relationship Type="http://schemas.openxmlformats.org/officeDocument/2006/relationships/viewProps" Target="/ppt/viewProps.xml" Id="R545d5caba5414be5" /><ns0:Relationship Type="http://schemas.openxmlformats.org/officeDocument/2006/relationships/tableStyles" Target="/ppt/tableStyles.xml" Id="R3775b49b0d524af3" /><ns0:Relationship Type="http://schemas.openxmlformats.org/officeDocument/2006/relationships/slide" Target="/ppt/slides/slide1.xml" Id="R6773b1f80fd641fb" /><ns0:Relationship Type="http://schemas.openxmlformats.org/officeDocument/2006/relationships/slide" Target="/ppt/slides/slide2.xml" Id="R1b40e9661bf04e25" /><ns0:Relationship Type="http://schemas.openxmlformats.org/officeDocument/2006/relationships/slide" Target="/ppt/slides/slide8.xml" Id="R4820bdb6e65d419f" /><ns0:Relationship Type="http://schemas.openxmlformats.org/officeDocument/2006/relationships/slide" Target="/ppt/slides/slide17.xml" Id="R04f19736e1be4eb3" /><ns0:Relationship Type="http://schemas.openxmlformats.org/officeDocument/2006/relationships/slide" Target="/ppt/slides/slide26.xml" Id="R104cd37b50894ea2" /><ns0:Relationship Type="http://schemas.openxmlformats.org/officeDocument/2006/relationships/slide" Target="/ppt/slides/slide37.xml" Id="R9b40f7358d2b4b19" /><ns0:Relationship Type="http://schemas.openxmlformats.org/officeDocument/2006/relationships/slide" Target="/ppt/slides/slide40.xml" Id="Rb455fd3e494446e7" /><ns0:Relationship Type="http://schemas.openxmlformats.org/officeDocument/2006/relationships/slide" Target="/ppt/slides/slide43.xml" Id="R88c197b7880c431b" /></ns0:Relationships>
</file>

<file path=ppt/notesMasters/_rels/notesMaster1.xml.rels><ns0:Relationships xmlns:ns0="http://schemas.openxmlformats.org/package/2006/relationships"><ns0:Relationship Type="http://schemas.openxmlformats.org/officeDocument/2006/relationships/theme" Target="/ppt/notesMasters/theme/theme3.xml" Id="R439b80ffd9314dbb" /></ns0: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EY">
      <a:dk1>
        <a:srgbClr val="1A1A24"/>
      </a:dk1>
      <a:lt1>
        <a:srgbClr val="FFFFFF"/>
      </a:lt1>
      <a:dk2>
        <a:srgbClr val="2E2E38"/>
      </a:dk2>
      <a:lt2>
        <a:srgbClr val="F4F4F7"/>
      </a:lt2>
      <a:accent1>
        <a:srgbClr val="FFE600"/>
      </a:accent1>
      <a:accent2>
        <a:srgbClr val="2E2E38"/>
      </a:accent2>
      <a:accent3>
        <a:srgbClr val="747480"/>
      </a:accent3>
      <a:accent4>
        <a:srgbClr val="E03C31"/>
      </a:accent4>
      <a:accent5>
        <a:srgbClr val="FF9831"/>
      </a:accent5>
      <a:accent6>
        <a:srgbClr val="2DB757"/>
      </a:accent6>
      <a:hlink>
        <a:srgbClr val="1E3A5F"/>
      </a:hlink>
      <a:folHlink>
        <a:srgbClr val="1E3A5F"/>
      </a:folHlink>
    </a:clrScheme>
    <a:fontScheme name="EY">
      <a:majorFont>
        <a:latin typeface="Overpas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verpas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Layouts/_rels/slideLayout1.xml.rels><ns0:Relationships xmlns:ns0="http://schemas.openxmlformats.org/package/2006/relationships"><ns0:Relationship Type="http://schemas.openxmlformats.org/officeDocument/2006/relationships/slideMaster" Target="/ppt/slideMasters/slideMaster1.xml" Id="Rf7a707c29a1e4b43" /></ns0:Relationships>
</file>

<file path=ppt/slideLayouts/slideLayout1.xml><?xml version="1.0" encoding="utf-8"?>
<p:sldLayout xmlns:p="http://schemas.openxmlformats.org/presentationml/2006/main" type="blank" preserve="1">
  <p:cSld name="Página da revist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C86B4D-DD99-40CC-8A11-AB0215B939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A0F074E-4F76-4075-9DCA-FBB219877A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E8756DA-08E6-4AFA-8020-914215997B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ns0:Relationships xmlns:ns0="http://schemas.openxmlformats.org/package/2006/relationships"><ns0:Relationship Type="http://schemas.openxmlformats.org/officeDocument/2006/relationships/theme" Target="/ppt/slideMasters/theme/theme2.xml" Id="Rb23fe7ccfde343ab" /><ns0:Relationship Type="http://schemas.openxmlformats.org/officeDocument/2006/relationships/slideLayout" Target="/ppt/slideLayouts/slideLayout1.xml" Id="Rc3ce4b8d39134806" /></ns0: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654290B-63D7-458A-A915-71AE3D6E6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E9C26CC-0DEF-4E29-AE8A-1A07F71F10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5653A3-5B21-4C5B-A56D-C8B0EF107D1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C4C719A-CB52-4940-88B3-6F77CFE0F6B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96980B-029E-4516-8A68-595CAB601BF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ce4b8d39134806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EY">
      <a:dk1>
        <a:srgbClr val="1A1A24"/>
      </a:dk1>
      <a:lt1>
        <a:srgbClr val="FFFFFF"/>
      </a:lt1>
      <a:dk2>
        <a:srgbClr val="2E2E38"/>
      </a:dk2>
      <a:lt2>
        <a:srgbClr val="F4F4F7"/>
      </a:lt2>
      <a:accent1>
        <a:srgbClr val="FFE600"/>
      </a:accent1>
      <a:accent2>
        <a:srgbClr val="2E2E38"/>
      </a:accent2>
      <a:accent3>
        <a:srgbClr val="747480"/>
      </a:accent3>
      <a:accent4>
        <a:srgbClr val="E03C31"/>
      </a:accent4>
      <a:accent5>
        <a:srgbClr val="FF9831"/>
      </a:accent5>
      <a:accent6>
        <a:srgbClr val="2DB757"/>
      </a:accent6>
      <a:hlink>
        <a:srgbClr val="1E3A5F"/>
      </a:hlink>
      <a:folHlink>
        <a:srgbClr val="1E3A5F"/>
      </a:folHlink>
    </a:clrScheme>
    <a:fontScheme name="EY">
      <a:majorFont>
        <a:latin typeface="Overpas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verpas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4e9a3132a2643d3" /><ns0:Relationship Type="http://schemas.openxmlformats.org/officeDocument/2006/relationships/image" Target="/ppt/media/image.jpeg" Id="Ree8a0696956442ee" /><ns0:Relationship Type="http://schemas.openxmlformats.org/officeDocument/2006/relationships/image" Target="/ppt/media/image.png" Id="R3eb0468e1faf495e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e01c836aa184ad7" /><ns0:Relationship Type="http://schemas.openxmlformats.org/officeDocument/2006/relationships/image" Target="/ppt/media/image2.jpeg" Id="R37871971b0854423" /><ns0:Relationship Type="http://schemas.openxmlformats.org/officeDocument/2006/relationships/image" Target="/ppt/media/image2.png" Id="R195d54735c4e4f72" /><ns0:Relationship Type="http://schemas.openxmlformats.org/officeDocument/2006/relationships/image" Target="/ppt/media/image3.png" Id="R71ce2b56fc95468c" /><ns0:Relationship Type="http://schemas.openxmlformats.org/officeDocument/2006/relationships/image" Target="/ppt/media/image4.png" Id="Rbd3fe36f19ef44e3" /><ns0:Relationship Type="http://schemas.openxmlformats.org/officeDocument/2006/relationships/image" Target="/ppt/media/image5.png" Id="Rbf2e5772a1fb4ac6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e90ab8f122b4e17" /><ns0:Relationship Type="http://schemas.openxmlformats.org/officeDocument/2006/relationships/image" Target="/ppt/media/image30.png" Id="R0d3f0736912d4d1e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04868c2018c4e5a" /><ns0:Relationship Type="http://schemas.openxmlformats.org/officeDocument/2006/relationships/image" Target="/ppt/media/image40.png" Id="Ra03a2a44fc524e42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a06b5ce79da4802" /><ns0:Relationship Type="http://schemas.openxmlformats.org/officeDocument/2006/relationships/image" Target="/ppt/media/image50.png" Id="R8358fb45d8284dd8" /></ns0:Relationships>
</file>

<file path=ppt/slides/_rels/slide3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cda730e1773490d" /><ns0:Relationship Type="http://schemas.openxmlformats.org/officeDocument/2006/relationships/image" Target="/ppt/media/image65.png" Id="R1686ea21e4494735" /></ns0:Relationships>
</file>

<file path=ppt/slides/_rels/slide4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c03e6680a834f46" /><ns0:Relationship Type="http://schemas.openxmlformats.org/officeDocument/2006/relationships/image" Target="/ppt/media/image69.png" Id="R8385423527844ae6" /></ns0:Relationships>
</file>

<file path=ppt/slides/_rels/slide4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3af52d28ffd416a" /><ns0:Relationship Type="http://schemas.openxmlformats.org/officeDocument/2006/relationships/image" Target="/ppt/media/image72.png" Id="R753ef386c6004db5" /><ns0:Relationship Type="http://schemas.openxmlformats.org/officeDocument/2006/relationships/image" Target="/ppt/media/image12.jpeg" Id="R96453c9f86594cda" /></ns0:Relationships>
</file>

<file path=ppt/slides/charts/chart1.xml><?xml version="1.0" encoding="utf-8"?>
<c:chartSpace xmlns:c="http://schemas.openxmlformats.org/drawingml/2006/chart">
  <c:lang val="en-US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 xmlns:a="http://schemas.openxmlformats.org/drawingml/2006/main">
              <a:srgbClr val="CFCFD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6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7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8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10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11"/>
            <c:invertIfNegative val="0"/>
            <c:spPr>
              <a:solidFill xmlns:a="http://schemas.openxmlformats.org/drawingml/2006/main">
                <a:srgbClr val="2E2E38"/>
              </a:solidFill>
              <a:ln xmlns:a="http://schemas.openxmlformats.org/drawingml/2006/main">
                <a:noFill/>
              </a:ln>
            </c:spPr>
          </c:dPt>
          <c:dLbls>
            <c:dLbl>
              <c:idx val="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800" b="1">
                        <a:solidFill>
                          <a:srgbClr val="1A1A24"/>
                        </a:solidFill>
                        <a:latin typeface="Overpass"/>
                        <a:ea typeface="Overpass"/>
                        <a:cs typeface="Overpass"/>
                      </a:rPr>
                      <a:t>14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00" b="1">
                      <a:solidFill>
                        <a:srgbClr val="1A1A24"/>
                      </a:solidFill>
                      <a:latin typeface="Overpass"/>
                      <a:ea typeface="Overpass"/>
                      <a:cs typeface="Overpas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800" b="1">
                        <a:solidFill>
                          <a:srgbClr val="1A1A24"/>
                        </a:solidFill>
                        <a:latin typeface="Overpass"/>
                        <a:ea typeface="Overpass"/>
                        <a:cs typeface="Overpass"/>
                      </a:rPr>
                      <a:t>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00" b="1">
                      <a:solidFill>
                        <a:srgbClr val="1A1A24"/>
                      </a:solidFill>
                      <a:latin typeface="Overpass"/>
                      <a:ea typeface="Overpass"/>
                      <a:cs typeface="Overpas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18/07</c:v>
                </c:pt>
                <c:pt idx="1">
                  <c:v>25/07</c:v>
                </c:pt>
                <c:pt idx="2">
                  <c:v>01/08</c:v>
                </c:pt>
                <c:pt idx="3">
                  <c:v>08/08</c:v>
                </c:pt>
                <c:pt idx="4">
                  <c:v>15/08</c:v>
                </c:pt>
                <c:pt idx="5">
                  <c:v>22/08</c:v>
                </c:pt>
                <c:pt idx="6">
                  <c:v>29/08</c:v>
                </c:pt>
                <c:pt idx="7">
                  <c:v>05/09</c:v>
                </c:pt>
                <c:pt idx="8">
                  <c:v>12/09</c:v>
                </c:pt>
                <c:pt idx="9">
                  <c:v>19/09</c:v>
                </c:pt>
                <c:pt idx="10">
                  <c:v>26/09</c:v>
                </c:pt>
                <c:pt idx="11">
                  <c:v>04/10</c:v>
                </c:pt>
              </c:strCache>
            </c:strRef>
          </c:cat>
          <c:val>
            <c:numRef>
              <c:f>Sheet1!$B$2:$B$13</c:f>
              <c:numCache>
                <c:formatCode>0</c:formatCode>
                <c:ptCount val="12"/>
                <c:pt idx="0">
                  <c:v>10</c:v>
                </c:pt>
                <c:pt idx="1">
                  <c:v>6</c:v>
                </c:pt>
                <c:pt idx="2">
                  <c:v>3</c:v>
                </c:pt>
                <c:pt idx="3">
                  <c:v>6</c:v>
                </c:pt>
                <c:pt idx="4">
                  <c:v>3</c:v>
                </c:pt>
                <c:pt idx="5">
                  <c:v>9</c:v>
                </c:pt>
                <c:pt idx="6">
                  <c:v>11</c:v>
                </c:pt>
                <c:pt idx="7">
                  <c:v>10</c:v>
                </c:pt>
                <c:pt idx="8">
                  <c:v>14</c:v>
                </c:pt>
                <c:pt idx="9">
                  <c:v>7</c:v>
                </c:pt>
                <c:pt idx="10">
                  <c:v>10</c:v>
                </c:pt>
                <c:pt idx="11">
                  <c:v>8</c:v>
                </c:pt>
              </c:numCache>
            </c:numRef>
          </c:val>
        </c:ser>
        <c:gapWidth val="79"/>
        <c:axId val="2226939960"/>
        <c:axId val="218097285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Média das semanas anteriores</c:v>
                </c:pt>
              </c:strCache>
            </c:strRef>
          </c:tx>
          <c:spPr>
            <a:ln xmlns:a="http://schemas.openxmlformats.org/drawingml/2006/main" w="15875">
              <a:solidFill>
                <a:srgbClr val="B08A00"/>
              </a:solidFill>
            </a:ln>
          </c:spPr>
          <c:marker>
            <c:symbol val="none"/>
          </c:marker>
          <c:dLbls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pPr>
                      <a:buNone/>
                    </a:pPr>
                    <a:r>
                      <a:rPr sz="750" b="0">
                        <a:solidFill>
                          <a:srgbClr val="1A1A24"/>
                        </a:solidFill>
                        <a:latin typeface="Overpass"/>
                        <a:ea typeface="Overpass"/>
                        <a:cs typeface="Overpass"/>
                      </a:rPr>
                      <a:t>média: 8,1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750" b="0">
                      <a:solidFill>
                        <a:srgbClr val="1A1A24"/>
                      </a:solidFill>
                      <a:latin typeface="Overpass"/>
                      <a:ea typeface="Overpass"/>
                      <a:cs typeface="Overpas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Sheet1!$A$2:$A$13</c:f>
              <c:strCache>
                <c:ptCount val="12"/>
                <c:pt idx="0">
                  <c:v>18/07</c:v>
                </c:pt>
                <c:pt idx="1">
                  <c:v>25/07</c:v>
                </c:pt>
                <c:pt idx="2">
                  <c:v>01/08</c:v>
                </c:pt>
                <c:pt idx="3">
                  <c:v>08/08</c:v>
                </c:pt>
                <c:pt idx="4">
                  <c:v>15/08</c:v>
                </c:pt>
                <c:pt idx="5">
                  <c:v>22/08</c:v>
                </c:pt>
                <c:pt idx="6">
                  <c:v>29/08</c:v>
                </c:pt>
                <c:pt idx="7">
                  <c:v>05/09</c:v>
                </c:pt>
                <c:pt idx="8">
                  <c:v>12/09</c:v>
                </c:pt>
                <c:pt idx="9">
                  <c:v>19/09</c:v>
                </c:pt>
                <c:pt idx="10">
                  <c:v>26/09</c:v>
                </c:pt>
                <c:pt idx="11">
                  <c:v>04/10</c:v>
                </c:pt>
              </c:strCache>
            </c:strRef>
          </c:cat>
          <c:val>
            <c:numRef>
              <c:f>Sheet1!$C$2:$C$13</c:f>
              <c:numCache>
                <c:formatCode>0</c:formatCode>
                <c:ptCount val="12"/>
                <c:pt idx="0">
                  <c:v>8.1</c:v>
                </c:pt>
                <c:pt idx="1">
                  <c:v>8.1</c:v>
                </c:pt>
                <c:pt idx="2">
                  <c:v>8.1</c:v>
                </c:pt>
                <c:pt idx="3">
                  <c:v>8.1</c:v>
                </c:pt>
                <c:pt idx="4">
                  <c:v>8.1</c:v>
                </c:pt>
                <c:pt idx="5">
                  <c:v>8.1</c:v>
                </c:pt>
                <c:pt idx="6">
                  <c:v>8.1</c:v>
                </c:pt>
                <c:pt idx="7">
                  <c:v>8.1</c:v>
                </c:pt>
                <c:pt idx="8">
                  <c:v>8.1</c:v>
                </c:pt>
                <c:pt idx="9">
                  <c:v>8.1</c:v>
                </c:pt>
                <c:pt idx="10">
                  <c:v>8.1</c:v>
                </c:pt>
                <c:pt idx="11">
                  <c:v>8.1</c:v>
                </c:pt>
              </c:numCache>
            </c:numRef>
          </c:val>
          <c:smooth val="0"/>
        </c:ser>
        <c:axId val="2226939960"/>
        <c:axId val="2180972856"/>
      </c:lineChart>
      <c:catAx>
        <c:axId val="2226939960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6350">
            <a:solidFill>
              <a:srgbClr val="D9D9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00">
                <a:solidFill>
                  <a:srgbClr val="5A5A66"/>
                </a:solidFill>
              </a:defRPr>
            </a:pPr>
          </a:p>
        </c:txPr>
        <c:crossAx val="2180972856"/>
        <c:crosses val="autoZero"/>
        <c:lblAlgn val="ctr"/>
        <c:noMultiLvlLbl val="0"/>
        <c:lblOffset val="100"/>
      </c:catAx>
      <c:valAx>
        <c:axId val="2180972856"/>
        <c:scaling>
          <c:orientation val="minMax"/>
          <c:max val="15"/>
          <c:min val="0"/>
        </c:scaling>
        <c:delete val="0"/>
        <c:axPos val="l"/>
        <c:majorGridlines>
          <c:spPr>
            <a:ln xmlns:a="http://schemas.openxmlformats.org/drawingml/2006/main" w="6350">
              <a:solidFill>
                <a:srgbClr val="D9D9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00">
                <a:solidFill>
                  <a:srgbClr val="5A5A66"/>
                </a:solidFill>
              </a:defRPr>
            </a:pPr>
          </a:p>
        </c:txPr>
        <c:crossAx val="2226939960"/>
        <c:crosses val="autoZero"/>
        <c:crossBetween val="between"/>
        <c:majorUnit val="5"/>
      </c:valAx>
    </c:plotArea>
    <c:plotVisOnly val="1"/>
    <c:dispBlanksAs val="gap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chart>
    <c:autoTitleDeleted val="1"/>
    <c:plotArea>
      <c:layout>
        <c:manualLayout>
          <c:layoutTarget val="inner"/>
          <c:xMode val="edge"/>
          <c:yMode val="edge"/>
          <c:x val="0.3491"/>
          <c:y val="0.02"/>
          <c:w val="0.6109"/>
          <c:h val="0.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 xmlns:a="http://schemas.openxmlformats.org/drawingml/2006/main">
              <a:srgbClr val="B08A0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Rede e segurança</c:v>
                </c:pt>
                <c:pt idx="1">
                  <c:v>Aplicação web</c:v>
                </c:pt>
                <c:pt idx="2">
                  <c:v>Sistema operacional</c:v>
                </c:pt>
                <c:pt idx="3">
                  <c:v>E-mail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00" b="1">
                  <a:solidFill>
                    <a:srgbClr val="1A1A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00">
                <a:solidFill>
                  <a:srgbClr val="1A1A24"/>
                </a:solidFill>
              </a:defRPr>
            </a:pPr>
          </a:p>
        </c:txPr>
        <c:crossAx val="2180972856"/>
        <c:crosses val="autoZero"/>
        <c:lblAlgn val="ctr"/>
        <c:noMultiLvlLbl val="0"/>
        <c:lblOffset val="100"/>
      </c:catAx>
      <c:valAx>
        <c:axId val="2180972856"/>
        <c:scaling>
          <c:orientation val="minMax"/>
          <c:max val="4.72"/>
          <c:min val="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A1A24"/>
                </a:solidFill>
              </a:defRPr>
            </a:pPr>
          </a:p>
        </c:txPr>
        <c:crossAx val="2226939960"/>
        <c:crosses val="autoZero"/>
        <c:crossBetween val="between"/>
        <c:majorUnit val="4"/>
      </c:valAx>
    </c:plotArea>
    <c:plotVisOnly val="1"/>
    <c:dispBlanksAs val="gap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3.xml><?xml version="1.0" encoding="utf-8"?>
<c:chartSpace xmlns:c="http://schemas.openxmlformats.org/drawingml/2006/chart">
  <c:lang val="en-US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4688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Crítico</c:v>
                </c:pt>
              </c:strCache>
            </c:strRef>
          </c:tx>
          <c:spPr>
            <a:solidFill xmlns:a="http://schemas.openxmlformats.org/drawingml/2006/main">
              <a:srgbClr val="E03C31"/>
            </a:solidFill>
            <a:ln xmlns:a="http://schemas.openxmlformats.org/drawingml/2006/main" w="19050"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800" b="1">
                        <a:solidFill>
                          <a:srgbClr val="FFFFFF"/>
                        </a:solidFill>
                        <a:latin typeface="Overpass"/>
                        <a:ea typeface="Overpass"/>
                        <a:cs typeface="Overpass"/>
                      </a:rPr>
                      <a:t>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00" b="1">
                      <a:solidFill>
                        <a:srgbClr val="FFFFFF"/>
                      </a:solidFill>
                      <a:latin typeface="Overpass"/>
                      <a:ea typeface="Overpass"/>
                      <a:cs typeface="Overpas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/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Alto</c:v>
                </c:pt>
              </c:strCache>
            </c:strRef>
          </c:tx>
          <c:spPr>
            <a:solidFill xmlns:a="http://schemas.openxmlformats.org/drawingml/2006/main">
              <a:srgbClr val="FF9831"/>
            </a:solidFill>
            <a:ln xmlns:a="http://schemas.openxmlformats.org/drawingml/2006/main" w="19050"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800" b="1">
                        <a:solidFill>
                          <a:srgbClr val="1A1A24"/>
                        </a:solidFill>
                        <a:latin typeface="Overpass"/>
                        <a:ea typeface="Overpass"/>
                        <a:cs typeface="Overpass"/>
                      </a:rPr>
                      <a:t>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00" b="1">
                      <a:solidFill>
                        <a:srgbClr val="1A1A24"/>
                      </a:solidFill>
                      <a:latin typeface="Overpass"/>
                      <a:ea typeface="Overpass"/>
                      <a:cs typeface="Overpas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/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4</c:v>
                </c:pt>
              </c:numCache>
            </c:numRef>
          </c:val>
        </c:ser>
        <c:gapWidth val="0"/>
        <c:overlap val="10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numFmt formatCode="General"/>
        <c:majorTickMark val="out"/>
        <c:minorTickMark val="none"/>
        <c:tickLblPos val="nextTo"/>
        <c:crossAx val="2180972856"/>
        <c:crosses val="autoZero"/>
        <c:lblAlgn val="ctr"/>
        <c:noMultiLvlLbl val="0"/>
        <c:lblOffset val="100"/>
      </c:catAx>
      <c:valAx>
        <c:axId val="2180972856"/>
        <c:scaling>
          <c:orientation val="minMax"/>
        </c:scaling>
        <c:delete val="0"/>
        <c:axPos val="b"/>
        <c:numFmt formatCode="General"/>
        <c:majorTickMark val="out"/>
        <c:minorTickMark val="none"/>
        <c:tickLblPos val="nextTo"/>
        <c:crossAx val="2226939960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00">
              <a:solidFill>
                <a:srgbClr val="1A1A24"/>
              </a:solidFill>
            </a:defRPr>
          </a:pPr>
        </a:p>
      </c:txPr>
    </c:legend>
    <c:plotVisOnly val="1"/>
    <c:dispBlanksAs val="gap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4.xml><?xml version="1.0" encoding="utf-8"?>
<c:chartSpace xmlns:c="http://schemas.openxmlformats.org/drawingml/2006/chart">
  <c:lang val="en-US"/>
  <c:chart>
    <c:autoTitleDeleted val="1"/>
    <c:plotArea>
      <c:layout>
        <c:manualLayout>
          <c:layoutTarget val="inner"/>
          <c:xMode val="edge"/>
          <c:yMode val="edge"/>
          <c:x val="0.2549"/>
          <c:y val="0.02"/>
          <c:w val="0.7051"/>
          <c:h val="0.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 xmlns:a="http://schemas.openxmlformats.org/drawingml/2006/main">
              <a:srgbClr val="B08A0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6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7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8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cat>
            <c:strRef>
              <c:f>Sheet1!$A$2:$A$11</c:f>
              <c:strCache>
                <c:ptCount val="10"/>
                <c:pt idx="0">
                  <c:v>thegentlemen</c:v>
                </c:pt>
                <c:pt idx="1">
                  <c:v>qilin</c:v>
                </c:pt>
                <c:pt idx="2">
                  <c:v>threeam</c:v>
                </c:pt>
                <c:pt idx="3">
                  <c:v>ransomhouse</c:v>
                </c:pt>
                <c:pt idx="4">
                  <c:v>arcusmedia</c:v>
                </c:pt>
                <c:pt idx="5">
                  <c:v>emperador</c:v>
                </c:pt>
                <c:pt idx="6">
                  <c:v>lockbit5</c:v>
                </c:pt>
                <c:pt idx="7">
                  <c:v>m3rx</c:v>
                </c:pt>
                <c:pt idx="8">
                  <c:v>aurora</c:v>
                </c:pt>
                <c:pt idx="9">
                  <c:v>Booba Project</c:v>
                </c:pt>
              </c:strCache>
            </c:strRef>
          </c:cat>
          <c:val>
            <c:numRef>
              <c:f>Sheet1!$B$2:$B$11</c:f>
              <c:numCache>
                <c:formatCode>0</c:formatCode>
                <c:ptCount val="10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00" b="1">
                  <a:solidFill>
                    <a:srgbClr val="1A1A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00">
                <a:solidFill>
                  <a:srgbClr val="1A1A24"/>
                </a:solidFill>
              </a:defRPr>
            </a:pPr>
          </a:p>
        </c:txPr>
        <c:crossAx val="2180972856"/>
        <c:crosses val="autoZero"/>
        <c:lblAlgn val="ctr"/>
        <c:noMultiLvlLbl val="0"/>
        <c:lblOffset val="100"/>
      </c:catAx>
      <c:valAx>
        <c:axId val="2180972856"/>
        <c:scaling>
          <c:orientation val="minMax"/>
          <c:max val="3.54"/>
          <c:min val="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A1A24"/>
                </a:solidFill>
              </a:defRPr>
            </a:pPr>
          </a:p>
        </c:txPr>
        <c:crossAx val="2226939960"/>
        <c:crosses val="autoZero"/>
        <c:crossBetween val="between"/>
        <c:majorUnit val="3"/>
      </c:valAx>
    </c:plotArea>
    <c:plotVisOnly val="1"/>
    <c:dispBlanksAs val="gap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5.xml><?xml version="1.0" encoding="utf-8"?>
<c:chartSpace xmlns:c="http://schemas.openxmlformats.org/drawingml/2006/chart">
  <c:lang val="en-US"/>
  <c:chart>
    <c:autoTitleDeleted val="1"/>
    <c:plotArea>
      <c:layout>
        <c:manualLayout>
          <c:layoutTarget val="inner"/>
          <c:xMode val="edge"/>
          <c:yMode val="edge"/>
          <c:x val="0.3967"/>
          <c:y val="0.02"/>
          <c:w val="0.5633"/>
          <c:h val="0.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 xmlns:a="http://schemas.openxmlformats.org/drawingml/2006/main">
              <a:srgbClr val="B08A0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6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7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8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cat>
            <c:strRef>
              <c:f>Sheet1!$A$2:$A$10</c:f>
              <c:strCache>
                <c:ptCount val="9"/>
                <c:pt idx="0">
                  <c:v>Manufatura</c:v>
                </c:pt>
                <c:pt idx="1">
                  <c:v>Tecnologia</c:v>
                </c:pt>
                <c:pt idx="2">
                  <c:v>Saúde</c:v>
                </c:pt>
                <c:pt idx="3">
                  <c:v>Transporte e logística</c:v>
                </c:pt>
                <c:pt idx="4">
                  <c:v>Construção</c:v>
                </c:pt>
                <c:pt idx="5">
                  <c:v>Serviços</c:v>
                </c:pt>
                <c:pt idx="6">
                  <c:v>Governo</c:v>
                </c:pt>
                <c:pt idx="7">
                  <c:v>Agricultura e alimentos</c:v>
                </c:pt>
                <c:pt idx="8">
                  <c:v>Telecomunicações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00" b="1">
                  <a:solidFill>
                    <a:srgbClr val="1A1A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00">
                <a:solidFill>
                  <a:srgbClr val="1A1A24"/>
                </a:solidFill>
              </a:defRPr>
            </a:pPr>
          </a:p>
        </c:txPr>
        <c:crossAx val="2180972856"/>
        <c:crosses val="autoZero"/>
        <c:lblAlgn val="ctr"/>
        <c:noMultiLvlLbl val="0"/>
        <c:lblOffset val="100"/>
      </c:catAx>
      <c:valAx>
        <c:axId val="2180972856"/>
        <c:scaling>
          <c:orientation val="minMax"/>
          <c:max val="4.72"/>
          <c:min val="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A1A24"/>
                </a:solidFill>
              </a:defRPr>
            </a:pPr>
          </a:p>
        </c:txPr>
        <c:crossAx val="2226939960"/>
        <c:crosses val="autoZero"/>
        <c:crossBetween val="between"/>
        <c:majorUnit val="4"/>
      </c:valAx>
    </c:plotArea>
    <c:plotVisOnly val="1"/>
    <c:dispBlanksAs val="gap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6.xml><?xml version="1.0" encoding="utf-8"?>
<c:chartSpace xmlns:c="http://schemas.openxmlformats.org/drawingml/2006/chart">
  <c:lang val="en-US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 xmlns:a="http://schemas.openxmlformats.org/drawingml/2006/main">
              <a:srgbClr val="B08A0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6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7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700" b="1">
                        <a:solidFill>
                          <a:srgbClr val="1A1A24"/>
                        </a:solidFill>
                        <a:latin typeface="Overpass"/>
                        <a:ea typeface="Overpass"/>
                        <a:cs typeface="Overpass"/>
                      </a:rPr>
                      <a:t>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700" b="1">
                      <a:solidFill>
                        <a:srgbClr val="1A1A24"/>
                      </a:solidFill>
                      <a:latin typeface="Overpass"/>
                      <a:ea typeface="Overpass"/>
                      <a:cs typeface="Overpas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700" b="1">
                        <a:solidFill>
                          <a:srgbClr val="1A1A24"/>
                        </a:solidFill>
                        <a:latin typeface="Overpass"/>
                        <a:ea typeface="Overpass"/>
                        <a:cs typeface="Overpass"/>
                      </a:rPr>
                      <a:t>3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700" b="1">
                      <a:solidFill>
                        <a:srgbClr val="1A1A24"/>
                      </a:solidFill>
                      <a:latin typeface="Overpass"/>
                      <a:ea typeface="Overpass"/>
                      <a:cs typeface="Overpas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700" b="1">
                        <a:solidFill>
                          <a:srgbClr val="1A1A24"/>
                        </a:solidFill>
                        <a:latin typeface="Overpass"/>
                        <a:ea typeface="Overpass"/>
                        <a:cs typeface="Overpass"/>
                      </a:rPr>
                      <a:t>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700" b="1">
                      <a:solidFill>
                        <a:srgbClr val="1A1A24"/>
                      </a:solidFill>
                      <a:latin typeface="Overpass"/>
                      <a:ea typeface="Overpass"/>
                      <a:cs typeface="Overpas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700" b="1">
                        <a:solidFill>
                          <a:srgbClr val="1A1A24"/>
                        </a:solidFill>
                        <a:latin typeface="Overpass"/>
                        <a:ea typeface="Overpass"/>
                        <a:cs typeface="Overpass"/>
                      </a:rPr>
                      <a:t>3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700" b="1">
                      <a:solidFill>
                        <a:srgbClr val="1A1A24"/>
                      </a:solidFill>
                      <a:latin typeface="Overpass"/>
                      <a:ea typeface="Overpass"/>
                      <a:cs typeface="Overpas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700" b="1">
                        <a:solidFill>
                          <a:srgbClr val="1A1A24"/>
                        </a:solidFill>
                        <a:latin typeface="Overpass"/>
                        <a:ea typeface="Overpass"/>
                        <a:cs typeface="Overpass"/>
                      </a:rPr>
                      <a:t>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700" b="1">
                      <a:solidFill>
                        <a:srgbClr val="1A1A24"/>
                      </a:solidFill>
                      <a:latin typeface="Overpass"/>
                      <a:ea typeface="Overpass"/>
                      <a:cs typeface="Overpas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700" b="1">
                        <a:solidFill>
                          <a:srgbClr val="1A1A24"/>
                        </a:solidFill>
                        <a:latin typeface="Overpass"/>
                        <a:ea typeface="Overpass"/>
                        <a:cs typeface="Overpass"/>
                      </a:rPr>
                      <a:t>3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700" b="1">
                      <a:solidFill>
                        <a:srgbClr val="1A1A24"/>
                      </a:solidFill>
                      <a:latin typeface="Overpass"/>
                      <a:ea typeface="Overpass"/>
                      <a:cs typeface="Overpas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700" b="1">
                        <a:solidFill>
                          <a:srgbClr val="1A1A24"/>
                        </a:solidFill>
                        <a:latin typeface="Overpass"/>
                        <a:ea typeface="Overpass"/>
                        <a:cs typeface="Overpass"/>
                      </a:rPr>
                      <a:t>3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700" b="1">
                      <a:solidFill>
                        <a:srgbClr val="1A1A24"/>
                      </a:solidFill>
                      <a:latin typeface="Overpass"/>
                      <a:ea typeface="Overpass"/>
                      <a:cs typeface="Overpas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dom 27/09</c:v>
                </c:pt>
                <c:pt idx="1">
                  <c:v>seg 28/09</c:v>
                </c:pt>
                <c:pt idx="2">
                  <c:v>ter 29/09</c:v>
                </c:pt>
                <c:pt idx="3">
                  <c:v>qua 30/09</c:v>
                </c:pt>
                <c:pt idx="4">
                  <c:v>qui 01/10</c:v>
                </c:pt>
                <c:pt idx="5">
                  <c:v>sex 02/10</c:v>
                </c:pt>
                <c:pt idx="6">
                  <c:v>sáb 03/10</c:v>
                </c:pt>
                <c:pt idx="7">
                  <c:v>dom 04/10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2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3</c:v>
                </c:pt>
                <c:pt idx="6">
                  <c:v>0</c:v>
                </c:pt>
                <c:pt idx="7">
                  <c:v>3</c:v>
                </c:pt>
              </c:numCache>
            </c:numRef>
          </c:val>
        </c:ser>
        <c:gapWidth val="108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6350">
            <a:solidFill>
              <a:srgbClr val="D9D9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A5A66"/>
                </a:solidFill>
              </a:defRPr>
            </a:pPr>
          </a:p>
        </c:txPr>
        <c:crossAx val="2180972856"/>
        <c:crosses val="autoZero"/>
        <c:lblAlgn val="ctr"/>
        <c:noMultiLvlLbl val="0"/>
        <c:lblOffset val="100"/>
      </c:catAx>
      <c:valAx>
        <c:axId val="2180972856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6350">
              <a:solidFill>
                <a:srgbClr val="D9D9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A5A66"/>
                </a:solidFill>
              </a:defRPr>
            </a:pPr>
          </a:p>
        </c:txPr>
        <c:crossAx val="2226939960"/>
        <c:crosses val="autoZero"/>
        <c:crossBetween val="between"/>
        <c:majorUnit val="1"/>
      </c:valAx>
    </c:plotArea>
    <c:plotVisOnly val="1"/>
    <c:dispBlanksAs val="gap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7.xml><?xml version="1.0" encoding="utf-8"?>
<c:chartSpace xmlns:c="http://schemas.openxmlformats.org/drawingml/2006/chart">
  <c:lang val="en-US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América Latina</c:v>
                </c:pt>
              </c:strCache>
            </c:strRef>
          </c:tx>
          <c:spPr>
            <a:ln xmlns:a="http://schemas.openxmlformats.org/drawingml/2006/main" w="22225">
              <a:solidFill>
                <a:srgbClr val="B08A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solidFill>
                  <a:srgbClr val="B08A00"/>
                </a:solidFill>
              </a:ln>
            </c:spPr>
          </c:marker>
          <c:dLbls>
            <c:dLbl>
              <c:idx val="1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800" b="1">
                        <a:solidFill>
                          <a:srgbClr val="1A1A24"/>
                        </a:solidFill>
                        <a:latin typeface="Overpass"/>
                        <a:ea typeface="Overpass"/>
                        <a:cs typeface="Overpass"/>
                      </a:rPr>
                      <a:t>20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00" b="1">
                      <a:solidFill>
                        <a:srgbClr val="1A1A24"/>
                      </a:solidFill>
                      <a:latin typeface="Overpass"/>
                      <a:ea typeface="Overpass"/>
                      <a:cs typeface="Overpas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18/07</c:v>
                </c:pt>
                <c:pt idx="1">
                  <c:v>25/07</c:v>
                </c:pt>
                <c:pt idx="2">
                  <c:v>01/08</c:v>
                </c:pt>
                <c:pt idx="3">
                  <c:v>08/08</c:v>
                </c:pt>
                <c:pt idx="4">
                  <c:v>15/08</c:v>
                </c:pt>
                <c:pt idx="5">
                  <c:v>22/08</c:v>
                </c:pt>
                <c:pt idx="6">
                  <c:v>29/08</c:v>
                </c:pt>
                <c:pt idx="7">
                  <c:v>05/09</c:v>
                </c:pt>
                <c:pt idx="8">
                  <c:v>12/09</c:v>
                </c:pt>
                <c:pt idx="9">
                  <c:v>19/09</c:v>
                </c:pt>
                <c:pt idx="10">
                  <c:v>26/09</c:v>
                </c:pt>
                <c:pt idx="11">
                  <c:v>04/10</c:v>
                </c:pt>
              </c:strCache>
            </c:strRef>
          </c:cat>
          <c:val>
            <c:numRef>
              <c:f>Sheet1!$B$2:$B$13</c:f>
              <c:numCache>
                <c:formatCode>0</c:formatCode>
                <c:ptCount val="12"/>
                <c:pt idx="0">
                  <c:v>14</c:v>
                </c:pt>
                <c:pt idx="1">
                  <c:v>20</c:v>
                </c:pt>
                <c:pt idx="2">
                  <c:v>19</c:v>
                </c:pt>
                <c:pt idx="3">
                  <c:v>20</c:v>
                </c:pt>
                <c:pt idx="4">
                  <c:v>18</c:v>
                </c:pt>
                <c:pt idx="5">
                  <c:v>20</c:v>
                </c:pt>
                <c:pt idx="6">
                  <c:v>30</c:v>
                </c:pt>
                <c:pt idx="7">
                  <c:v>27</c:v>
                </c:pt>
                <c:pt idx="8">
                  <c:v>20</c:v>
                </c:pt>
                <c:pt idx="9">
                  <c:v>29</c:v>
                </c:pt>
                <c:pt idx="10">
                  <c:v>14</c:v>
                </c:pt>
                <c:pt idx="11">
                  <c:v>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Brasil</c:v>
                </c:pt>
              </c:strCache>
            </c:strRef>
          </c:tx>
          <c:spPr>
            <a:ln xmlns:a="http://schemas.openxmlformats.org/drawingml/2006/main" w="22225">
              <a:solidFill>
                <a:srgbClr val="2E2E3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E2E38"/>
              </a:solidFill>
              <a:ln xmlns:a="http://schemas.openxmlformats.org/drawingml/2006/main">
                <a:solidFill>
                  <a:srgbClr val="2E2E38"/>
                </a:solidFill>
              </a:ln>
            </c:spPr>
          </c:marker>
          <c:dLbls>
            <c:dLbl>
              <c:idx val="1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800" b="1">
                        <a:solidFill>
                          <a:srgbClr val="1A1A24"/>
                        </a:solidFill>
                        <a:latin typeface="Overpass"/>
                        <a:ea typeface="Overpass"/>
                        <a:cs typeface="Overpass"/>
                      </a:rPr>
                      <a:t>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00" b="1">
                      <a:solidFill>
                        <a:srgbClr val="1A1A24"/>
                      </a:solidFill>
                      <a:latin typeface="Overpass"/>
                      <a:ea typeface="Overpass"/>
                      <a:cs typeface="Overpas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18/07</c:v>
                </c:pt>
                <c:pt idx="1">
                  <c:v>25/07</c:v>
                </c:pt>
                <c:pt idx="2">
                  <c:v>01/08</c:v>
                </c:pt>
                <c:pt idx="3">
                  <c:v>08/08</c:v>
                </c:pt>
                <c:pt idx="4">
                  <c:v>15/08</c:v>
                </c:pt>
                <c:pt idx="5">
                  <c:v>22/08</c:v>
                </c:pt>
                <c:pt idx="6">
                  <c:v>29/08</c:v>
                </c:pt>
                <c:pt idx="7">
                  <c:v>05/09</c:v>
                </c:pt>
                <c:pt idx="8">
                  <c:v>12/09</c:v>
                </c:pt>
                <c:pt idx="9">
                  <c:v>19/09</c:v>
                </c:pt>
                <c:pt idx="10">
                  <c:v>26/09</c:v>
                </c:pt>
                <c:pt idx="11">
                  <c:v>04/10</c:v>
                </c:pt>
              </c:strCache>
            </c:strRef>
          </c:cat>
          <c:val>
            <c:numRef>
              <c:f>Sheet1!$C$2:$C$13</c:f>
              <c:numCache>
                <c:formatCode>0</c:formatCode>
                <c:ptCount val="12"/>
                <c:pt idx="0">
                  <c:v>3</c:v>
                </c:pt>
                <c:pt idx="1">
                  <c:v>5</c:v>
                </c:pt>
                <c:pt idx="2">
                  <c:v>5</c:v>
                </c:pt>
                <c:pt idx="3">
                  <c:v>8</c:v>
                </c:pt>
                <c:pt idx="4">
                  <c:v>6</c:v>
                </c:pt>
                <c:pt idx="5">
                  <c:v>2</c:v>
                </c:pt>
                <c:pt idx="6">
                  <c:v>9</c:v>
                </c:pt>
                <c:pt idx="7">
                  <c:v>6</c:v>
                </c:pt>
                <c:pt idx="8">
                  <c:v>7</c:v>
                </c:pt>
                <c:pt idx="9">
                  <c:v>10</c:v>
                </c:pt>
                <c:pt idx="10">
                  <c:v>5</c:v>
                </c:pt>
                <c:pt idx="11">
                  <c:v>9</c:v>
                </c:pt>
              </c:numCache>
            </c:numRef>
          </c:val>
          <c:smooth val="0"/>
        </c:ser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6350">
            <a:solidFill>
              <a:srgbClr val="D9D9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00">
                <a:solidFill>
                  <a:srgbClr val="5A5A66"/>
                </a:solidFill>
              </a:defRPr>
            </a:pPr>
          </a:p>
        </c:txPr>
        <c:crossAx val="2140495176"/>
        <c:crosses val="autoZero"/>
        <c:lblAlgn val="ctr"/>
        <c:noMultiLvlLbl val="0"/>
        <c:lblOffset val="100"/>
      </c:catAx>
      <c:valAx>
        <c:axId val="2140495176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6350">
              <a:solidFill>
                <a:srgbClr val="D9D9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00">
                <a:solidFill>
                  <a:srgbClr val="5A5A66"/>
                </a:solidFill>
              </a:defRPr>
            </a:pPr>
          </a:p>
        </c:txPr>
        <c:crossAx val="2118791784"/>
        <c:crosses val="autoZero"/>
        <c:crossBetween val="between"/>
        <c:majorUnit val="10"/>
      </c:valAx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1A1A24"/>
              </a:solidFill>
            </a:defRPr>
          </a:pPr>
        </a:p>
      </c:txPr>
    </c:legend>
    <c:plotVisOnly val="1"/>
    <c:dispBlanksAs val="gap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8.xml><?xml version="1.0" encoding="utf-8"?>
<c:chartSpace xmlns:c="http://schemas.openxmlformats.org/drawingml/2006/chart">
  <c:lang val="en-US"/>
  <c:chart>
    <c:autoTitleDeleted val="1"/>
    <c:plotArea>
      <c:layout>
        <c:manualLayout>
          <c:layoutTarget val="inner"/>
          <c:xMode val="edge"/>
          <c:yMode val="edge"/>
          <c:x val="0.2524"/>
          <c:y val="0.02"/>
          <c:w val="0.7076"/>
          <c:h val="0.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 xmlns:a="http://schemas.openxmlformats.org/drawingml/2006/main">
              <a:srgbClr val="B08A0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CFCFD8"/>
              </a:solidFill>
              <a:ln xmlns:a="http://schemas.openxmlformats.org/drawingml/2006/main">
                <a:noFill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6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7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cat>
            <c:strRef>
              <c:f>Sheet1!$A$2:$A$9</c:f>
              <c:strCache>
                <c:ptCount val="8"/>
                <c:pt idx="0">
                  <c:v>thegentlemen</c:v>
                </c:pt>
                <c:pt idx="1">
                  <c:v>qilin</c:v>
                </c:pt>
                <c:pt idx="2">
                  <c:v>krybit</c:v>
                </c:pt>
                <c:pt idx="3">
                  <c:v>dragonforce</c:v>
                </c:pt>
                <c:pt idx="4">
                  <c:v>incransom</c:v>
                </c:pt>
                <c:pt idx="5">
                  <c:v>lockbit5</c:v>
                </c:pt>
                <c:pt idx="6">
                  <c:v>direwolf</c:v>
                </c:pt>
                <c:pt idx="7">
                  <c:v>emperador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45</c:v>
                </c:pt>
                <c:pt idx="1">
                  <c:v>43</c:v>
                </c:pt>
                <c:pt idx="2">
                  <c:v>16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7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00" b="1">
                  <a:solidFill>
                    <a:srgbClr val="1A1A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2"/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00">
                <a:solidFill>
                  <a:srgbClr val="1A1A24"/>
                </a:solidFill>
              </a:defRPr>
            </a:pPr>
          </a:p>
        </c:txPr>
        <c:crossAx val="2180972856"/>
        <c:crosses val="autoZero"/>
        <c:lblAlgn val="ctr"/>
        <c:noMultiLvlLbl val="0"/>
        <c:lblOffset val="100"/>
      </c:catAx>
      <c:valAx>
        <c:axId val="2180972856"/>
        <c:scaling>
          <c:orientation val="minMax"/>
          <c:max val="53.099999999999994"/>
          <c:min val="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A1A24"/>
                </a:solidFill>
              </a:defRPr>
            </a:pPr>
          </a:p>
        </c:txPr>
        <c:crossAx val="2226939960"/>
        <c:crosses val="autoZero"/>
        <c:crossBetween val="between"/>
        <c:majorUnit val="45"/>
      </c:valAx>
    </c:plotArea>
    <c:plotVisOnly val="1"/>
    <c:dispBlanksAs val="gap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9.xml><?xml version="1.0" encoding="utf-8"?>
<c:chartSpace xmlns:c="http://schemas.openxmlformats.org/drawingml/2006/chart">
  <c:lang val="en-US"/>
  <c:chart>
    <c:autoTitleDeleted val="1"/>
    <c:plotArea>
      <c:layout>
        <c:manualLayout>
          <c:layoutTarget val="inner"/>
          <c:xMode val="edge"/>
          <c:yMode val="edge"/>
          <c:x val="0.19"/>
          <c:y val="0.02"/>
          <c:w val="0.77"/>
          <c:h val="0.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 xmlns:a="http://schemas.openxmlformats.org/drawingml/2006/main">
              <a:srgbClr val="B08A0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6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7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cat>
            <c:strRef>
              <c:f>Sheet1!$A$2:$A$9</c:f>
              <c:strCache>
                <c:ptCount val="8"/>
                <c:pt idx="0">
                  <c:v>Brasil</c:v>
                </c:pt>
                <c:pt idx="1">
                  <c:v>Argentina</c:v>
                </c:pt>
                <c:pt idx="2">
                  <c:v>México</c:v>
                </c:pt>
                <c:pt idx="3">
                  <c:v>Colômbia</c:v>
                </c:pt>
                <c:pt idx="4">
                  <c:v>Peru</c:v>
                </c:pt>
                <c:pt idx="5">
                  <c:v>Chile</c:v>
                </c:pt>
                <c:pt idx="6">
                  <c:v>Equador</c:v>
                </c:pt>
                <c:pt idx="7">
                  <c:v>Panamá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75</c:v>
                </c:pt>
                <c:pt idx="1">
                  <c:v>47</c:v>
                </c:pt>
                <c:pt idx="2">
                  <c:v>45</c:v>
                </c:pt>
                <c:pt idx="3">
                  <c:v>21</c:v>
                </c:pt>
                <c:pt idx="4">
                  <c:v>17</c:v>
                </c:pt>
                <c:pt idx="5">
                  <c:v>17</c:v>
                </c:pt>
                <c:pt idx="6">
                  <c:v>4</c:v>
                </c:pt>
                <c:pt idx="7">
                  <c:v>3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00" b="1">
                  <a:solidFill>
                    <a:srgbClr val="1A1A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2"/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00">
                <a:solidFill>
                  <a:srgbClr val="1A1A24"/>
                </a:solidFill>
              </a:defRPr>
            </a:pPr>
          </a:p>
        </c:txPr>
        <c:crossAx val="2180972856"/>
        <c:crosses val="autoZero"/>
        <c:lblAlgn val="ctr"/>
        <c:noMultiLvlLbl val="0"/>
        <c:lblOffset val="100"/>
      </c:catAx>
      <c:valAx>
        <c:axId val="2180972856"/>
        <c:scaling>
          <c:orientation val="minMax"/>
          <c:max val="88.5"/>
          <c:min val="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A1A24"/>
                </a:solidFill>
              </a:defRPr>
            </a:pPr>
          </a:p>
        </c:txPr>
        <c:crossAx val="2226939960"/>
        <c:crosses val="autoZero"/>
        <c:crossBetween val="between"/>
        <c:majorUnit val="75"/>
      </c:valAx>
    </c:plotArea>
    <c:plotVisOnly val="1"/>
    <c:dispBlanksAs val="gap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10.xml><?xml version="1.0" encoding="utf-8"?>
<c:chartSpace xmlns:c="http://schemas.openxmlformats.org/drawingml/2006/chart">
  <c:lang val="en-US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thegentlemen</c:v>
                </c:pt>
              </c:strCache>
            </c:strRef>
          </c:tx>
          <c:spPr>
            <a:ln xmlns:a="http://schemas.openxmlformats.org/drawingml/2006/main" w="22225">
              <a:solidFill>
                <a:srgbClr val="2E2E3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E2E38"/>
              </a:solidFill>
              <a:ln xmlns:a="http://schemas.openxmlformats.org/drawingml/2006/main">
                <a:solidFill>
                  <a:srgbClr val="2E2E38"/>
                </a:solidFill>
              </a:ln>
            </c:spPr>
          </c:marker>
          <c:dLbls>
            <c:dLbl>
              <c:idx val="1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800" b="1">
                        <a:solidFill>
                          <a:srgbClr val="1A1A24"/>
                        </a:solidFill>
                        <a:latin typeface="Overpass"/>
                        <a:ea typeface="Overpass"/>
                        <a:cs typeface="Overpass"/>
                      </a:rPr>
                      <a:t>3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00" b="1">
                      <a:solidFill>
                        <a:srgbClr val="1A1A24"/>
                      </a:solidFill>
                      <a:latin typeface="Overpass"/>
                      <a:ea typeface="Overpass"/>
                      <a:cs typeface="Overpas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18/07</c:v>
                </c:pt>
                <c:pt idx="1">
                  <c:v>25/07</c:v>
                </c:pt>
                <c:pt idx="2">
                  <c:v>01/08</c:v>
                </c:pt>
                <c:pt idx="3">
                  <c:v>08/08</c:v>
                </c:pt>
                <c:pt idx="4">
                  <c:v>15/08</c:v>
                </c:pt>
                <c:pt idx="5">
                  <c:v>22/08</c:v>
                </c:pt>
                <c:pt idx="6">
                  <c:v>29/08</c:v>
                </c:pt>
                <c:pt idx="7">
                  <c:v>05/09</c:v>
                </c:pt>
                <c:pt idx="8">
                  <c:v>12/09</c:v>
                </c:pt>
                <c:pt idx="9">
                  <c:v>19/09</c:v>
                </c:pt>
                <c:pt idx="10">
                  <c:v>26/09</c:v>
                </c:pt>
                <c:pt idx="11">
                  <c:v>04/10</c:v>
                </c:pt>
              </c:strCache>
            </c:strRef>
          </c:cat>
          <c:val>
            <c:numRef>
              <c:f>Sheet1!$B$2:$B$13</c:f>
              <c:numCache>
                <c:formatCode>0</c:formatCode>
                <c:ptCount val="12"/>
                <c:pt idx="0">
                  <c:v>0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  <c:pt idx="4">
                  <c:v>4</c:v>
                </c:pt>
                <c:pt idx="5">
                  <c:v>2</c:v>
                </c:pt>
                <c:pt idx="6">
                  <c:v>5</c:v>
                </c:pt>
                <c:pt idx="7">
                  <c:v>6</c:v>
                </c:pt>
                <c:pt idx="8">
                  <c:v>7</c:v>
                </c:pt>
                <c:pt idx="9">
                  <c:v>4</c:v>
                </c:pt>
                <c:pt idx="10">
                  <c:v>4</c:v>
                </c:pt>
                <c:pt idx="11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qilin</c:v>
                </c:pt>
              </c:strCache>
            </c:strRef>
          </c:tx>
          <c:spPr>
            <a:ln xmlns:a="http://schemas.openxmlformats.org/drawingml/2006/main" w="22225">
              <a:solidFill>
                <a:srgbClr val="B08A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solidFill>
                  <a:srgbClr val="B08A00"/>
                </a:solidFill>
              </a:ln>
            </c:spPr>
          </c:marker>
          <c:dLbls>
            <c:dLbl>
              <c:idx val="1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800" b="1">
                        <a:solidFill>
                          <a:srgbClr val="1A1A24"/>
                        </a:solidFill>
                        <a:latin typeface="Overpass"/>
                        <a:ea typeface="Overpass"/>
                        <a:cs typeface="Overpass"/>
                      </a:rPr>
                      <a:t>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00" b="1">
                      <a:solidFill>
                        <a:srgbClr val="1A1A24"/>
                      </a:solidFill>
                      <a:latin typeface="Overpass"/>
                      <a:ea typeface="Overpass"/>
                      <a:cs typeface="Overpas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18/07</c:v>
                </c:pt>
                <c:pt idx="1">
                  <c:v>25/07</c:v>
                </c:pt>
                <c:pt idx="2">
                  <c:v>01/08</c:v>
                </c:pt>
                <c:pt idx="3">
                  <c:v>08/08</c:v>
                </c:pt>
                <c:pt idx="4">
                  <c:v>15/08</c:v>
                </c:pt>
                <c:pt idx="5">
                  <c:v>22/08</c:v>
                </c:pt>
                <c:pt idx="6">
                  <c:v>29/08</c:v>
                </c:pt>
                <c:pt idx="7">
                  <c:v>05/09</c:v>
                </c:pt>
                <c:pt idx="8">
                  <c:v>12/09</c:v>
                </c:pt>
                <c:pt idx="9">
                  <c:v>19/09</c:v>
                </c:pt>
                <c:pt idx="10">
                  <c:v>26/09</c:v>
                </c:pt>
                <c:pt idx="11">
                  <c:v>04/10</c:v>
                </c:pt>
              </c:strCache>
            </c:strRef>
          </c:cat>
          <c:val>
            <c:numRef>
              <c:f>Sheet1!$C$2:$C$13</c:f>
              <c:numCache>
                <c:formatCode>0</c:formatCode>
                <c:ptCount val="12"/>
                <c:pt idx="0">
                  <c:v>4</c:v>
                </c:pt>
                <c:pt idx="1">
                  <c:v>8</c:v>
                </c:pt>
                <c:pt idx="2">
                  <c:v>5</c:v>
                </c:pt>
                <c:pt idx="3">
                  <c:v>0</c:v>
                </c:pt>
                <c:pt idx="4">
                  <c:v>2</c:v>
                </c:pt>
                <c:pt idx="5">
                  <c:v>7</c:v>
                </c:pt>
                <c:pt idx="6">
                  <c:v>5</c:v>
                </c:pt>
                <c:pt idx="7">
                  <c:v>2</c:v>
                </c:pt>
                <c:pt idx="8">
                  <c:v>0</c:v>
                </c:pt>
                <c:pt idx="9">
                  <c:v>7</c:v>
                </c:pt>
                <c:pt idx="10">
                  <c:v>1</c:v>
                </c:pt>
                <c:pt idx="11">
                  <c:v>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krybit</c:v>
                </c:pt>
              </c:strCache>
            </c:strRef>
          </c:tx>
          <c:spPr>
            <a:ln xmlns:a="http://schemas.openxmlformats.org/drawingml/2006/main" w="22225">
              <a:solidFill>
                <a:srgbClr val="8A8A99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8A8A99"/>
              </a:solidFill>
              <a:ln xmlns:a="http://schemas.openxmlformats.org/drawingml/2006/main">
                <a:solidFill>
                  <a:srgbClr val="8A8A99"/>
                </a:solidFill>
              </a:ln>
            </c:spPr>
          </c:marker>
          <c:dLbls>
            <c:dLbl>
              <c:idx val="1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800" b="1">
                        <a:solidFill>
                          <a:srgbClr val="1A1A24"/>
                        </a:solidFill>
                        <a:latin typeface="Overpass"/>
                        <a:ea typeface="Overpass"/>
                        <a:cs typeface="Overpass"/>
                      </a:rPr>
                      <a:t>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00" b="1">
                      <a:solidFill>
                        <a:srgbClr val="1A1A24"/>
                      </a:solidFill>
                      <a:latin typeface="Overpass"/>
                      <a:ea typeface="Overpass"/>
                      <a:cs typeface="Overpas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18/07</c:v>
                </c:pt>
                <c:pt idx="1">
                  <c:v>25/07</c:v>
                </c:pt>
                <c:pt idx="2">
                  <c:v>01/08</c:v>
                </c:pt>
                <c:pt idx="3">
                  <c:v>08/08</c:v>
                </c:pt>
                <c:pt idx="4">
                  <c:v>15/08</c:v>
                </c:pt>
                <c:pt idx="5">
                  <c:v>22/08</c:v>
                </c:pt>
                <c:pt idx="6">
                  <c:v>29/08</c:v>
                </c:pt>
                <c:pt idx="7">
                  <c:v>05/09</c:v>
                </c:pt>
                <c:pt idx="8">
                  <c:v>12/09</c:v>
                </c:pt>
                <c:pt idx="9">
                  <c:v>19/09</c:v>
                </c:pt>
                <c:pt idx="10">
                  <c:v>26/09</c:v>
                </c:pt>
                <c:pt idx="11">
                  <c:v>04/10</c:v>
                </c:pt>
              </c:strCache>
            </c:strRef>
          </c:cat>
          <c:val>
            <c:numRef>
              <c:f>Sheet1!$D$2:$D$13</c:f>
              <c:numCache>
                <c:formatCode>0</c:formatCode>
                <c:ptCount val="12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4</c:v>
                </c:pt>
                <c:pt idx="7">
                  <c:v>3</c:v>
                </c:pt>
                <c:pt idx="8">
                  <c:v>2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</c:numCache>
            </c:numRef>
          </c:val>
          <c:smooth val="0"/>
        </c:ser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6350">
            <a:solidFill>
              <a:srgbClr val="D9D9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00">
                <a:solidFill>
                  <a:srgbClr val="5A5A66"/>
                </a:solidFill>
              </a:defRPr>
            </a:pPr>
          </a:p>
        </c:txPr>
        <c:crossAx val="2140495176"/>
        <c:crosses val="autoZero"/>
        <c:lblAlgn val="ctr"/>
        <c:noMultiLvlLbl val="0"/>
        <c:lblOffset val="100"/>
      </c:catAx>
      <c:valAx>
        <c:axId val="2140495176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6350">
              <a:solidFill>
                <a:srgbClr val="D9D9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00">
                <a:solidFill>
                  <a:srgbClr val="5A5A66"/>
                </a:solidFill>
              </a:defRPr>
            </a:pPr>
          </a:p>
        </c:txPr>
        <c:crossAx val="2118791784"/>
        <c:crosses val="autoZero"/>
        <c:crossBetween val="between"/>
        <c:majorUnit val="2"/>
      </c:valAx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1A1A24"/>
              </a:solidFill>
            </a:defRPr>
          </a:pPr>
        </a:p>
      </c:txPr>
    </c:legend>
    <c:plotVisOnly val="1"/>
    <c:dispBlanksAs val="gap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11.xml><?xml version="1.0" encoding="utf-8"?>
<c:chartSpace xmlns:c="http://schemas.openxmlformats.org/drawingml/2006/chart">
  <c:lang val="en-US"/>
  <c:chart>
    <c:autoTitleDeleted val="1"/>
    <c:plotArea>
      <c:layout>
        <c:manualLayout>
          <c:layoutTarget val="inner"/>
          <c:xMode val="edge"/>
          <c:yMode val="edge"/>
          <c:x val="0.1829"/>
          <c:y val="0.02"/>
          <c:w val="0.7771"/>
          <c:h val="0.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 xmlns:a="http://schemas.openxmlformats.org/drawingml/2006/main">
              <a:srgbClr val="E03C31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03C31"/>
              </a:solidFill>
              <a:ln xmlns:a="http://schemas.openxmlformats.org/drawingml/2006/main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FF9831"/>
              </a:solidFill>
              <a:ln xmlns:a="http://schemas.openxmlformats.org/drawingml/2006/main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FFE600"/>
              </a:solidFill>
              <a:ln xmlns:a="http://schemas.openxmlformats.org/drawingml/2006/main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2DB757"/>
              </a:solidFill>
              <a:ln xmlns:a="http://schemas.openxmlformats.org/drawingml/2006/main">
                <a:noFill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BDBDC6"/>
              </a:solidFill>
              <a:ln xmlns:a="http://schemas.openxmlformats.org/drawingml/2006/main"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Crítico</c:v>
                </c:pt>
                <c:pt idx="1">
                  <c:v>Alto</c:v>
                </c:pt>
                <c:pt idx="2">
                  <c:v>Médio</c:v>
                </c:pt>
                <c:pt idx="3">
                  <c:v>Baixo</c:v>
                </c:pt>
                <c:pt idx="4">
                  <c:v>Sem nota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8</c:v>
                </c:pt>
                <c:pt idx="1">
                  <c:v>26</c:v>
                </c:pt>
                <c:pt idx="2">
                  <c:v>23</c:v>
                </c:pt>
                <c:pt idx="3">
                  <c:v>3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00" b="1">
                  <a:solidFill>
                    <a:srgbClr val="1A1A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6"/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00">
                <a:solidFill>
                  <a:srgbClr val="1A1A24"/>
                </a:solidFill>
              </a:defRPr>
            </a:pPr>
          </a:p>
        </c:txPr>
        <c:crossAx val="2180972856"/>
        <c:crosses val="autoZero"/>
        <c:lblAlgn val="ctr"/>
        <c:noMultiLvlLbl val="0"/>
        <c:lblOffset val="100"/>
      </c:catAx>
      <c:valAx>
        <c:axId val="2180972856"/>
        <c:scaling>
          <c:orientation val="minMax"/>
          <c:max val="30.68"/>
          <c:min val="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A1A24"/>
                </a:solidFill>
              </a:defRPr>
            </a:pPr>
          </a:p>
        </c:txPr>
        <c:crossAx val="2226939960"/>
        <c:crosses val="autoZero"/>
        <c:crossBetween val="between"/>
        <c:majorUnit val="26"/>
      </c:valAx>
    </c:plotArea>
    <c:plotVisOnly val="1"/>
    <c:dispBlanksAs val="gap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12.xml><?xml version="1.0" encoding="utf-8"?>
<c:chartSpace xmlns:c="http://schemas.openxmlformats.org/drawingml/2006/chart">
  <c:lang val="en-US"/>
  <c:chart>
    <c:autoTitleDeleted val="1"/>
    <c:plotArea>
      <c:layout>
        <c:manualLayout>
          <c:layoutTarget val="inner"/>
          <c:xMode val="edge"/>
          <c:yMode val="edge"/>
          <c:x val="0.3527"/>
          <c:y val="0.02"/>
          <c:w val="0.6073"/>
          <c:h val="0.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 xmlns:a="http://schemas.openxmlformats.org/drawingml/2006/main">
              <a:srgbClr val="B08A0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B08A00"/>
              </a:solidFill>
              <a:ln xmlns:a="http://schemas.openxmlformats.org/drawingml/2006/main"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Servidor MCP</c:v>
                </c:pt>
                <c:pt idx="1">
                  <c:v>Plataforma de IA</c:v>
                </c:pt>
                <c:pt idx="2">
                  <c:v>Servidor de modelos</c:v>
                </c:pt>
                <c:pt idx="3">
                  <c:v>Agente de IA</c:v>
                </c:pt>
                <c:pt idx="4">
                  <c:v>IA em outro produto</c:v>
                </c:pt>
                <c:pt idx="5">
                  <c:v>Framework e MLOps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21</c:v>
                </c:pt>
                <c:pt idx="1">
                  <c:v>19</c:v>
                </c:pt>
                <c:pt idx="2">
                  <c:v>10</c:v>
                </c:pt>
                <c:pt idx="3">
                  <c:v>10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00" b="1">
                  <a:solidFill>
                    <a:srgbClr val="1A1A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6"/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00">
                <a:solidFill>
                  <a:srgbClr val="1A1A24"/>
                </a:solidFill>
              </a:defRPr>
            </a:pPr>
          </a:p>
        </c:txPr>
        <c:crossAx val="2180972856"/>
        <c:crosses val="autoZero"/>
        <c:lblAlgn val="ctr"/>
        <c:noMultiLvlLbl val="0"/>
        <c:lblOffset val="100"/>
      </c:catAx>
      <c:valAx>
        <c:axId val="2180972856"/>
        <c:scaling>
          <c:orientation val="minMax"/>
          <c:max val="24.779999999999998"/>
          <c:min val="0"/>
        </c:scaling>
        <c:delete val="0"/>
        <c:axPos val="b"/>
        <c:numFmt formatCode="#,##0" sourceLinked="0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A1A24"/>
                </a:solidFill>
              </a:defRPr>
            </a:pPr>
          </a:p>
        </c:txPr>
        <c:crossAx val="2226939960"/>
        <c:crosses val="autoZero"/>
        <c:crossBetween val="between"/>
        <c:majorUnit val="21"/>
      </c:valAx>
    </c:plotArea>
    <c:plotVisOnly val="1"/>
    <c:dispBlanksAs val="gap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Capa">
            <a:extLst xmlns:a="http://schemas.openxmlformats.org/drawingml/2006/main">
              <a:ext uri="{FF2B5EF4-FFF2-40B4-BE49-F238E27FC236}">
                <a16:creationId xmlns:a16="http://schemas.microsoft.com/office/drawing/2014/main" id="{33CD0B0A-B0D0-4D63-9B6F-A25C2770CE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a0696956442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088" cy="10689336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8E33F95-3D5D-4BF0-A515-369C9394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66928"/>
            <a:ext cx="28072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875"/>
              </a:lnSpc>
              <a:buNone/>
            </a:pPr>
            <a:r>
              <a:rPr sz="150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{{S1_1}}</a:t>
            </a:r>
            <a:endParaRPr sz="1500"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48FE29B-F578-4A19-A093-C6D48E07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868680"/>
            <a:ext cx="28072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312"/>
              </a:lnSpc>
              <a:buNone/>
            </a:pPr>
            <a:r>
              <a:rPr sz="1050" b="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{{S1_2}}</a:t>
            </a:r>
            <a:endParaRPr sz="105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E7169D4-9E99-4E2F-8513-15FFF68C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0"/>
            <a:ext cx="63276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25"/>
              </a:lnSpc>
              <a:buNone/>
            </a:pPr>
            <a:r>
              <a:rPr sz="1300" b="1" spc="300">
                <a:solidFill>
                  <a:srgbClr val="FFE600"/>
                </a:solidFill>
                <a:latin typeface="Overpass"/>
                <a:ea typeface="Overpass"/>
                <a:cs typeface="Overpass"/>
              </a:rPr>
              <a:t>{{S1_3}}</a:t>
            </a:r>
            <a:endParaRPr sz="1300"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4A5FEF0-97C8-4A02-AB8E-3E3CE22C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53527"/>
            <a:ext cx="6327648" cy="1172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400"/>
              </a:lnSpc>
              <a:buNone/>
            </a:pPr>
            <a:r>
              <a:rPr sz="440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{{S1_4}}</a:t>
            </a:r>
            <a:endParaRPr sz="4400"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3DD852-B32A-4683-A068-72B35D63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99144"/>
            <a:ext cx="63276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5"/>
              </a:lnSpc>
              <a:buNone/>
            </a:pPr>
            <a:r>
              <a:rPr sz="1500" b="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{{S1_5}}</a:t>
            </a:r>
            <a:endParaRPr sz="1500"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9F74796-C0F5-4CE2-B90A-FB2DFFC1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19768"/>
            <a:ext cx="857192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990"/>
              </a:lnSpc>
              <a:buNone/>
            </a:pPr>
            <a:r>
              <a:rPr sz="900" b="1">
                <a:solidFill>
                  <a:srgbClr val="FFC000"/>
                </a:solidFill>
                <a:latin typeface="Overpass"/>
                <a:ea typeface="Overpass"/>
                <a:cs typeface="Overpass"/>
              </a:rPr>
              <a:t>{{S1_6}}</a:t>
            </a:r>
            <a:endParaRPr sz="900"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321C03B-FDAD-481F-8B82-C009AE9D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52" y="9365488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375"/>
              </a:lnSpc>
              <a:buNone/>
            </a:pPr>
            <a:r>
              <a:rPr sz="1100" b="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{{S1_7}}</a:t>
            </a:r>
            <a:endParaRPr sz="1100"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FCCE708-7563-4AB4-885D-CE294451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38944"/>
            <a:ext cx="63276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438"/>
              </a:lnSpc>
              <a:buNone/>
            </a:pPr>
            <a:r>
              <a:rPr sz="115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{{S1_8}}</a:t>
            </a:r>
            <a:endParaRPr sz="1150"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6CEA14D-4F1A-4091-9ECC-5891597A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4976"/>
            <a:ext cx="63276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88"/>
              </a:lnSpc>
              <a:buNone/>
            </a:pPr>
            <a:r>
              <a:rPr sz="950" b="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{{S1_9}}</a:t>
            </a:r>
            <a:endParaRPr sz="950"/>
          </a:p>
        </p:txBody>
      </p:sp>
      <p:sp>
        <p:nvSpPr>
          <p:cNvPr id="12" name="ThreatSumm4ry brand panel">
            <a:extLst xmlns:a="http://schemas.openxmlformats.org/drawingml/2006/main">
              <a:ext uri="{FF2B5EF4-FFF2-40B4-BE49-F238E27FC236}">
                <a16:creationId xmlns:a16="http://schemas.microsoft.com/office/drawing/2014/main" id="{54A75AD4-CCF9-4C9B-B6AB-1F2A1A39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1428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91A24"/>
          </a:solidFill>
          <a:ln xmlns:a="http://schemas.openxmlformats.org/drawingml/2006/main" w="0">
            <a:solidFill>
              <a:srgbClr val="191A24"/>
            </a:solidFill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45E2D-0F91-4719-9CFC-2A1E65CFF1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0468e1faf495e"/>
          <a:stretch xmlns:a="http://schemas.openxmlformats.org/drawingml/2006/main"/>
        </p:blipFill>
        <p:spPr>
          <a:xfrm xmlns:a="http://schemas.openxmlformats.org/drawingml/2006/main">
            <a:off x="809625" y="600075"/>
            <a:ext cx="1000125" cy="100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88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A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Fundo">
            <a:extLst xmlns:a="http://schemas.openxmlformats.org/drawingml/2006/main">
              <a:ext uri="{FF2B5EF4-FFF2-40B4-BE49-F238E27FC236}">
                <a16:creationId xmlns:a16="http://schemas.microsoft.com/office/drawing/2014/main" id="{5B6A42FB-D4D1-4717-8EAD-8F78B7F484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71971b085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088" cy="10689336"/>
          </a:xfrm>
          <a:prstGeom xmlns:a="http://schemas.openxmlformats.org/drawingml/2006/main" prst="rect">
            <a:avLst/>
          </a:prstGeom>
        </p:spPr>
      </p:pic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C9F2E033-DB0B-482A-A6FD-600EC3D6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786333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80"/>
              </a:lnSpc>
              <a:buNone/>
            </a:pPr>
            <a:r>
              <a:rPr sz="800" b="1">
                <a:solidFill>
                  <a:srgbClr val="FFC000"/>
                </a:solidFill>
                <a:latin typeface="Overpass"/>
                <a:ea typeface="Overpass"/>
                <a:cs typeface="Overpass"/>
              </a:rPr>
              <a:t>{{S2_10}}</a:t>
            </a:r>
            <a:endParaRPr sz="800"/>
          </a:p>
        </p:txBody>
      </p:sp>
      <p:pic>
        <p:nvPicPr>
          <p:cNvPr id="4" name="Logo EY">
            <a:extLst xmlns:a="http://schemas.openxmlformats.org/drawingml/2006/main">
              <a:ext uri="{FF2B5EF4-FFF2-40B4-BE49-F238E27FC236}">
                <a16:creationId xmlns:a16="http://schemas.microsoft.com/office/drawing/2014/main" id="{D8F54CD1-C6EA-42C5-B84A-D5D0A2C67C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5d54735c4e4f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1014" y="246888"/>
            <a:ext cx="482433" cy="566928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A57A099-4807-48C3-80CF-CCC2D320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32120"/>
            <a:ext cx="5852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240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{{S2_11}}</a:t>
            </a:r>
            <a:endParaRPr sz="2400"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EFCDD6F-31A1-40C9-A888-0742CA11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099048"/>
            <a:ext cx="6144768" cy="2689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1428"/>
              </a:lnSpc>
              <a:spcAft>
                <a:spcPts val="600"/>
              </a:spcAft>
              <a:buNone/>
            </a:pPr>
            <a:r>
              <a:rPr sz="1050" b="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{{S2_12}}</a:t>
            </a:r>
            <a:endParaRPr sz="1050"/>
          </a:p>
        </p:txBody>
      </p:sp>
      <p:pic>
        <p:nvPicPr>
          <p:cNvPr id="7" name="Ícone documento">
            <a:extLst xmlns:a="http://schemas.openxmlformats.org/drawingml/2006/main">
              <a:ext uri="{FF2B5EF4-FFF2-40B4-BE49-F238E27FC236}">
                <a16:creationId xmlns:a16="http://schemas.microsoft.com/office/drawing/2014/main" id="{549414B2-79F5-4E97-9622-F2FA5B6FE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e2b56fc9546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903579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3F7712B-EBA0-406B-999F-688FA0C2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" y="9026652"/>
            <a:ext cx="1484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88"/>
              </a:lnSpc>
              <a:buNone/>
            </a:pPr>
            <a:r>
              <a:rPr sz="95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{{S2_13}}</a:t>
            </a:r>
            <a:endParaRPr sz="950"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FC855B8-70F5-4491-A0A9-1624371C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" y="9209532"/>
            <a:ext cx="14386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60"/>
              </a:lnSpc>
              <a:buNone/>
            </a:pPr>
            <a:r>
              <a:rPr sz="800" b="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{{S2_14}}</a:t>
            </a:r>
            <a:endParaRPr sz="800"/>
          </a:p>
        </p:txBody>
      </p:sp>
      <p:pic>
        <p:nvPicPr>
          <p:cNvPr id="10" name="Ícone busca">
            <a:extLst xmlns:a="http://schemas.openxmlformats.org/drawingml/2006/main">
              <a:ext uri="{FF2B5EF4-FFF2-40B4-BE49-F238E27FC236}">
                <a16:creationId xmlns:a16="http://schemas.microsoft.com/office/drawing/2014/main" id="{D8A2B0D2-6C3F-4CD0-AD6D-6CF391967D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fe36f19ef44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10256" y="903579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067BC7-E5AB-40EB-AF37-2E392E09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592" y="9026652"/>
            <a:ext cx="1484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88"/>
              </a:lnSpc>
              <a:buNone/>
            </a:pPr>
            <a:r>
              <a:rPr sz="95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{{S2_15}}</a:t>
            </a:r>
            <a:endParaRPr sz="950"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965B00D-B773-44A0-A5F8-47919215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592" y="9209532"/>
            <a:ext cx="14386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60"/>
              </a:lnSpc>
              <a:buNone/>
            </a:pPr>
            <a:r>
              <a:rPr sz="800" b="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{{S2_16}}</a:t>
            </a:r>
            <a:endParaRPr sz="800"/>
          </a:p>
        </p:txBody>
      </p:sp>
      <p:pic>
        <p:nvPicPr>
          <p:cNvPr id="13" name="Ícone escudo">
            <a:extLst xmlns:a="http://schemas.openxmlformats.org/drawingml/2006/main">
              <a:ext uri="{FF2B5EF4-FFF2-40B4-BE49-F238E27FC236}">
                <a16:creationId xmlns:a16="http://schemas.microsoft.com/office/drawing/2014/main" id="{7850C195-413A-47E9-BE1F-DC5E32D2BB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e5772a1fb4a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1832" y="903579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6F3C8BB-8FEA-4DFF-AFAF-CCAAA8EA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168" y="9026652"/>
            <a:ext cx="1484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88"/>
              </a:lnSpc>
              <a:buNone/>
            </a:pPr>
            <a:r>
              <a:rPr sz="95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{{S2_17}}</a:t>
            </a:r>
            <a:endParaRPr sz="950"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784F01C-9737-4587-BAF8-BE909728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168" y="9209532"/>
            <a:ext cx="14386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60"/>
              </a:lnSpc>
              <a:buNone/>
            </a:pPr>
            <a:r>
              <a:rPr sz="800" b="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{{S2_18}}</a:t>
            </a:r>
            <a:endParaRPr sz="800"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72AFB95-6302-433D-B92F-FE6A026F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9710928"/>
            <a:ext cx="5852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10"/>
              </a:lnSpc>
              <a:buNone/>
            </a:pPr>
            <a:r>
              <a:rPr sz="700" b="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{{S2_19}}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17975989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A394730F-CACF-47EC-8B7C-FF4CC65C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786333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80"/>
              </a:lnSpc>
              <a:buNone/>
            </a:pPr>
            <a:r>
              <a:rPr sz="800" b="1">
                <a:solidFill>
                  <a:srgbClr val="FFC000"/>
                </a:solidFill>
                <a:latin typeface="Overpass"/>
                <a:ea typeface="Overpass"/>
                <a:cs typeface="Overpass"/>
              </a:rPr>
              <a:t>{{S8_213}}</a:t>
            </a:r>
            <a:endParaRPr sz="800"/>
          </a:p>
        </p:txBody>
      </p:sp>
      <p:pic>
        <p:nvPicPr>
          <p:cNvPr id="3" name="Logo EY">
            <a:extLst xmlns:a="http://schemas.openxmlformats.org/drawingml/2006/main">
              <a:ext uri="{FF2B5EF4-FFF2-40B4-BE49-F238E27FC236}">
                <a16:creationId xmlns:a16="http://schemas.microsoft.com/office/drawing/2014/main" id="{55471B52-44CB-4E89-B255-C33925C1F9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f0736912d4d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1014" y="246888"/>
            <a:ext cx="482433" cy="566928"/>
          </a:xfrm>
          <a:prstGeom xmlns:a="http://schemas.openxmlformats.org/drawingml/2006/main" prst="rect">
            <a:avLst/>
          </a:prstGeom>
        </p:spPr>
      </p:pic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3D398C5F-6E9A-4BEC-95A1-12FE7096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58400"/>
            <a:ext cx="6327648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E3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938FEE7-930E-4819-A285-7193E0A2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31552"/>
            <a:ext cx="5394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11"/>
              </a:lnSpc>
              <a:buNone/>
            </a:pPr>
            <a:r>
              <a:rPr sz="650" b="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{{S8_214}}</a:t>
            </a:r>
            <a:endParaRPr sz="650"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5A6ADAF-2D55-4240-9479-3D379A9D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10113264"/>
            <a:ext cx="23774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80"/>
              </a:lnSpc>
              <a:buNone/>
            </a:pPr>
            <a:r>
              <a:rPr sz="800" b="1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{{S8_215}}</a:t>
            </a:r>
            <a:endParaRPr sz="800"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3E5F4D2-94DD-4869-88F2-0A0CF55F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459292" y="1757740"/>
            <a:ext cx="16501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75"/>
              </a:lnSpc>
              <a:buNone/>
            </a:pPr>
            <a:r>
              <a:rPr sz="700" b="1" spc="12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{{S8_216}}</a:t>
            </a:r>
            <a:endParaRPr sz="700"/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5C4FE1E0-B44F-4EBD-8044-1602FCA4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11392"/>
            <a:ext cx="0" cy="6972688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E3"/>
            </a:solidFill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636F916-34EB-4974-A435-8A293700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5755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38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25"/>
              </a:lnSpc>
              <a:buNone/>
            </a:pPr>
            <a:r>
              <a:rPr sz="750" b="1" spc="6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{{S8_217}}</a:t>
            </a:r>
            <a:endParaRPr sz="750"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88F45A4-7DB4-4B05-B4EB-1325F30D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547" y="1042416"/>
            <a:ext cx="532209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F2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25"/>
              </a:lnSpc>
              <a:buNone/>
            </a:pPr>
            <a:r>
              <a:rPr sz="750" b="1" spc="6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{{S8_218}}</a:t>
            </a:r>
            <a:endParaRPr sz="750"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C110F95-77AF-4190-83BC-8FA48892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909" y="1042416"/>
            <a:ext cx="1273873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3C31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25"/>
              </a:lnSpc>
              <a:buNone/>
            </a:pPr>
            <a:r>
              <a:rPr sz="750" b="1" spc="6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{{S8_219}}</a:t>
            </a:r>
            <a:endParaRPr sz="750"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46B5E3B-0283-464A-8D48-EA4CB061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222" y="1074420"/>
            <a:ext cx="1828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0"/>
              </a:lnSpc>
              <a:buNone/>
            </a:pPr>
            <a:r>
              <a:rPr sz="800" b="1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{{S8_220}}</a:t>
            </a:r>
            <a:endParaRPr sz="800"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B82FFEE-ED0A-4702-848F-CACDB584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327648" cy="9921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84"/>
              </a:lnSpc>
              <a:buNone/>
            </a:pPr>
            <a:r>
              <a:rPr sz="2300" b="1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{{S8_221}}</a:t>
            </a:r>
            <a:endParaRPr sz="2300"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2AE167A-B66F-4C61-9D0A-59B06377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4308"/>
            <a:ext cx="6327648" cy="12731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35"/>
              </a:lnSpc>
              <a:buNone/>
            </a:pPr>
            <a:r>
              <a:rPr sz="1220" b="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{{S8_222}}</a:t>
            </a:r>
            <a:endParaRPr sz="1220"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9FFF7C3-C0AF-4CD7-B672-85FCA3AB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3947769"/>
            <a:ext cx="3026664" cy="2072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3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9A9576D-453A-4C26-B45E-8A4D0DD3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3947769"/>
            <a:ext cx="54864" cy="2072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6900498-B6DF-42F8-BC7A-A28668E9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4094073"/>
            <a:ext cx="27340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38"/>
              </a:lnSpc>
              <a:buNone/>
            </a:pPr>
            <a:r>
              <a:rPr sz="750" b="1" spc="100">
                <a:solidFill>
                  <a:srgbClr val="FFE600"/>
                </a:solidFill>
                <a:latin typeface="Overpass"/>
                <a:ea typeface="Overpass"/>
                <a:cs typeface="Overpass"/>
              </a:rPr>
              <a:t>{{S8_223}}</a:t>
            </a:r>
            <a:endParaRPr sz="750"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A654B72-BD64-455D-AEFE-80DFC277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4331817"/>
            <a:ext cx="2734056" cy="1569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94"/>
              </a:lnSpc>
              <a:spcAft>
                <a:spcPts val="500"/>
              </a:spcAft>
              <a:buNone/>
            </a:pPr>
            <a:r>
              <a:rPr sz="980" b="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{{S8_224}}</a:t>
            </a:r>
            <a:endParaRPr sz="980"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8337E85-0727-49EB-A5E7-C24C0D33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6148222"/>
            <a:ext cx="3026664" cy="17233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B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A037078-A852-4765-919F-44CAFC63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6294526"/>
            <a:ext cx="27340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38"/>
              </a:lnSpc>
              <a:buNone/>
            </a:pPr>
            <a:r>
              <a:rPr sz="750" b="1" spc="10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{{S8_225}}</a:t>
            </a:r>
            <a:endParaRPr sz="750"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9058153-3EF1-4A48-9E9D-9CB03375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6559702"/>
            <a:ext cx="210312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4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935"/>
              </a:lnSpc>
              <a:buNone/>
            </a:pPr>
            <a:r>
              <a:rPr sz="850" b="1">
                <a:solidFill>
                  <a:srgbClr val="FFE600"/>
                </a:solidFill>
                <a:latin typeface="Overpass"/>
                <a:ea typeface="Overpass"/>
                <a:cs typeface="Overpass"/>
              </a:rPr>
              <a:t>{{S8_226}}</a:t>
            </a:r>
            <a:endParaRPr sz="850"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79AD982-30D9-49F5-BCEB-1607348F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6559702"/>
            <a:ext cx="2423160" cy="4956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29"/>
              </a:lnSpc>
              <a:buNone/>
            </a:pPr>
            <a:r>
              <a:rPr sz="960" b="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{{S8_227}}</a:t>
            </a:r>
            <a:endParaRPr sz="960"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02469E2-5F5C-49CE-B860-CAC2B033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7110171"/>
            <a:ext cx="210312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4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935"/>
              </a:lnSpc>
              <a:buNone/>
            </a:pPr>
            <a:r>
              <a:rPr sz="850" b="1">
                <a:solidFill>
                  <a:srgbClr val="FFE600"/>
                </a:solidFill>
                <a:latin typeface="Overpass"/>
                <a:ea typeface="Overpass"/>
                <a:cs typeface="Overpass"/>
              </a:rPr>
              <a:t>{{S8_228}}</a:t>
            </a:r>
            <a:endParaRPr sz="850"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2209801-0F6C-4C22-8F16-DCA59571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7110171"/>
            <a:ext cx="2423160" cy="6516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29"/>
              </a:lnSpc>
              <a:buNone/>
            </a:pPr>
            <a:r>
              <a:rPr sz="960" b="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{{S8_229}}</a:t>
            </a:r>
            <a:endParaRPr sz="960"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3CB0E6B-6BA0-40AB-8135-DA04F49A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7769"/>
            <a:ext cx="3026664" cy="944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AE74545-B0A8-46A1-80E4-9DD10E5D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075785"/>
            <a:ext cx="27340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00"/>
              </a:lnSpc>
              <a:buNone/>
            </a:pPr>
            <a:r>
              <a:rPr sz="3400" b="1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{{S8_230}}</a:t>
            </a:r>
            <a:endParaRPr sz="3400"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4F0D453-C0D5-4A32-858A-F4EA69A7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606137"/>
            <a:ext cx="2734056" cy="1668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98"/>
              </a:lnSpc>
              <a:buNone/>
            </a:pPr>
            <a:r>
              <a:rPr sz="900" b="1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{{S8_231}}</a:t>
            </a:r>
            <a:endParaRPr sz="900"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56CC0EBC-9FAF-4275-8546-9EE7A6DD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3055"/>
            <a:ext cx="302666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38"/>
              </a:lnSpc>
              <a:buNone/>
            </a:pPr>
            <a:r>
              <a:rPr sz="750" b="1" spc="10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{{S8_232}}</a:t>
            </a:r>
            <a:endParaRPr sz="750"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E88A6FD-EC5D-4CF1-B1E7-E6AC91C1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0799"/>
            <a:ext cx="3026664" cy="1260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1367"/>
              </a:lnSpc>
              <a:buNone/>
            </a:pPr>
            <a:r>
              <a:rPr sz="1019" b="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{{S8_233}}</a:t>
            </a:r>
            <a:endParaRPr sz="1020"/>
          </a:p>
        </p:txBody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66E445E0-7A5C-4CB9-9855-A0564BC6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36304"/>
            <a:ext cx="6327648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E3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5879F96-6FF7-463D-93C9-E1E100C8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27744"/>
            <a:ext cx="401828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38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70"/>
              </a:lnSpc>
              <a:buNone/>
            </a:pPr>
            <a:r>
              <a:rPr sz="700" b="1">
                <a:solidFill>
                  <a:srgbClr val="FFFFFF"/>
                </a:solidFill>
                <a:latin typeface="Overpass Mono"/>
                <a:ea typeface="Overpass Mono"/>
                <a:cs typeface="Overpass Mono"/>
              </a:rPr>
              <a:t>{{S8_234}}</a:t>
            </a:r>
            <a:endParaRPr sz="700"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ADF917BE-4A71-45C9-8DE9-7EBAEBAB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48" y="9159748"/>
            <a:ext cx="70544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75"/>
              </a:lnSpc>
              <a:buNone/>
            </a:pPr>
            <a:r>
              <a:rPr sz="700" b="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{{S8_235}}</a:t>
            </a:r>
            <a:endParaRPr sz="700"/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66E3DDD8-7C6D-4191-A159-75F1EA3B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514" y="9127744"/>
            <a:ext cx="401828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E38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70"/>
              </a:lnSpc>
              <a:buNone/>
            </a:pPr>
            <a:r>
              <a:rPr sz="700" b="1">
                <a:solidFill>
                  <a:srgbClr val="FFFFFF"/>
                </a:solidFill>
                <a:latin typeface="Overpass Mono"/>
                <a:ea typeface="Overpass Mono"/>
                <a:cs typeface="Overpass Mono"/>
              </a:rPr>
              <a:t>{{S8_236}}</a:t>
            </a:r>
            <a:endParaRPr sz="700"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CC22378-0367-41AB-BF12-37C81B0F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062" y="9159748"/>
            <a:ext cx="70002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75"/>
              </a:lnSpc>
              <a:buNone/>
            </a:pPr>
            <a:r>
              <a:rPr sz="700" b="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{{S8_237}}</a:t>
            </a:r>
            <a:endParaRPr sz="700"/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00D68C84-470F-43D0-9387-A6FAF137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0352"/>
            <a:ext cx="63276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50"/>
              </a:lnSpc>
              <a:buNone/>
            </a:pPr>
            <a:r>
              <a:rPr sz="680" b="1" spc="8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{{S8_238}}</a:t>
            </a:r>
            <a:endParaRPr sz="680"/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397C4AB-52B1-4B72-B611-84E6773E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75800"/>
            <a:ext cx="6327648" cy="363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16"/>
              </a:lnSpc>
              <a:spcAft>
                <a:spcPts val="100"/>
              </a:spcAft>
              <a:buNone/>
            </a:pPr>
            <a:r>
              <a:rPr sz="680" b="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{{S8_239}}</a:t>
            </a:r>
            <a:endParaRPr sz="680"/>
          </a:p>
        </p:txBody>
      </p:sp>
    </p:spTree>
    <p:extLst>
      <p:ext uri="{BB962C8B-B14F-4D97-AF65-F5344CB8AC3E}">
        <p14:creationId xmlns:p14="http://schemas.microsoft.com/office/powerpoint/2010/main" val="133677424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68A327F-55CC-491B-8E6B-6BFB44CF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786333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80"/>
              </a:lnSpc>
              <a:buNone/>
            </a:pPr>
            <a:r>
              <a:rPr sz="800" b="1">
                <a:solidFill>
                  <a:srgbClr val="FFC000"/>
                </a:solidFill>
                <a:latin typeface="Overpass"/>
                <a:ea typeface="Overpass"/>
                <a:cs typeface="Overpass"/>
              </a:rPr>
              <a:t>{{S17_460}}</a:t>
            </a:r>
            <a:endParaRPr sz="800"/>
          </a:p>
        </p:txBody>
      </p:sp>
      <p:pic>
        <p:nvPicPr>
          <p:cNvPr id="3" name="Logo EY">
            <a:extLst xmlns:a="http://schemas.openxmlformats.org/drawingml/2006/main">
              <a:ext uri="{FF2B5EF4-FFF2-40B4-BE49-F238E27FC236}">
                <a16:creationId xmlns:a16="http://schemas.microsoft.com/office/drawing/2014/main" id="{BDFBF54F-8ACB-4059-8032-C2934666AD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a2a44fc524e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1014" y="246888"/>
            <a:ext cx="482433" cy="566928"/>
          </a:xfrm>
          <a:prstGeom xmlns:a="http://schemas.openxmlformats.org/drawingml/2006/main" prst="rect">
            <a:avLst/>
          </a:prstGeom>
        </p:spPr>
      </p:pic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E9F1250E-6246-40C5-B193-C684184D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58400"/>
            <a:ext cx="6327648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E3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00695C-7E35-4534-9CA9-6D1E3B85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31552"/>
            <a:ext cx="5394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11"/>
              </a:lnSpc>
              <a:buNone/>
            </a:pPr>
            <a:r>
              <a:rPr sz="650" b="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{{S17_461}}</a:t>
            </a:r>
            <a:endParaRPr sz="650"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6906091-18B9-4B63-8790-AA72387B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10113264"/>
            <a:ext cx="23774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80"/>
              </a:lnSpc>
              <a:buNone/>
            </a:pPr>
            <a:r>
              <a:rPr sz="800" b="1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{{S17_462}}</a:t>
            </a:r>
            <a:endParaRPr sz="800"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E2EB91F-D266-4BE3-BCBD-84FD7CFE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352380" y="1650828"/>
            <a:ext cx="1436281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75"/>
              </a:lnSpc>
              <a:buNone/>
            </a:pPr>
            <a:r>
              <a:rPr sz="700" b="1" spc="12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{{S17_463}}</a:t>
            </a:r>
            <a:endParaRPr sz="700"/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4CE9A9C4-99B8-42C3-BE0A-FD8B62DF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597569"/>
            <a:ext cx="0" cy="7186511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E3"/>
            </a:solidFill>
          </a:ln>
        </p:spPr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7300831-91CD-4C27-AAAC-FE01BCA5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7280"/>
            <a:ext cx="6327648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92"/>
              </a:lnSpc>
              <a:buNone/>
            </a:pPr>
            <a:r>
              <a:rPr sz="2400" b="1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{{S17_464}}</a:t>
            </a:r>
            <a:endParaRPr sz="2400"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60C26C4-541E-4016-A404-B6C2B11E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6192"/>
            <a:ext cx="6327648" cy="360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313"/>
              </a:lnSpc>
              <a:buNone/>
            </a:pPr>
            <a:r>
              <a:rPr sz="980" b="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{{S17_465}}</a:t>
            </a:r>
            <a:endParaRPr sz="980"/>
          </a:p>
        </p:txBody>
      </p:sp>
      <p:graphicFrame>
        <p:nvGraphicFramePr>
          <p:cNvPr id="11" name="Table 10">
            <a:extLst xmlns:a="http://schemas.openxmlformats.org/drawingml/2006/main">
              <a:ext uri="{FF2B5EF4-FFF2-40B4-BE49-F238E27FC236}">
                <a16:creationId xmlns:a16="http://schemas.microsoft.com/office/drawing/2014/main" id="{B77E7129-B5F3-4269-AB2A-C185F1284223}"/>
              </a:ext>
            </a:extLst>
          </p:cNvPr>
          <p:cNvGraphicFramePr/>
          <p:nvPr/>
        </p:nvGraphicFramePr>
        <p:xfrm>
          <a:off xmlns:a="http://schemas.openxmlformats.org/drawingml/2006/main" x="685800" y="2052624"/>
          <a:ext xmlns:a="http://schemas.openxmlformats.org/drawingml/2006/main" cx="6327648" cy="4712204"/>
        </p:xfrm>
        <a:graphic xmlns:a="http://schemas.openxmlformats.org/drawingml/2006/main"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57200"/>
                <a:gridCol w="1207008"/>
                <a:gridCol w="1097280"/>
                <a:gridCol w="1783080"/>
                <a:gridCol w="457200"/>
                <a:gridCol w="132588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{{T17_0_0}}</a:t>
                      </a:r>
                      <a:endParaRPr sz="76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{{T17_0_1}}</a:t>
                      </a:r>
                      <a:endParaRPr sz="76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{{T17_0_2}}</a:t>
                      </a:r>
                      <a:endParaRPr sz="76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{{T17_0_3}}</a:t>
                      </a:r>
                      <a:endParaRPr sz="76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{{T17_0_4}}</a:t>
                      </a:r>
                      <a:endParaRPr sz="76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{{T17_0_5}}</a:t>
                      </a:r>
                      <a:endParaRPr sz="76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</a:tr>
              <a:tr h="554735"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{{T17_1_0}}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1A1A24"/>
                          </a:solidFill>
                          <a:latin typeface="Overpass Mono"/>
                          <a:ea typeface="Overpass Mono"/>
                          <a:cs typeface="Overpass Mono"/>
                        </a:rPr>
                        <a:t>{{T17_1_1}}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{{T17_1_2}}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{{T17_1_3}}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{{T17_1_4}}</a:t>
                      </a:r>
                      <a:endParaRPr sz="76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E03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{{T17_1_5}}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{{T17_2_0}}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1A1A24"/>
                          </a:solidFill>
                          <a:latin typeface="Overpass Mono"/>
                          <a:ea typeface="Overpass Mono"/>
                          <a:cs typeface="Overpass Mono"/>
                        </a:rPr>
                        <a:t>{{T17_2_1}}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{{T17_2_2}}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{{T17_2_3}}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{{T17_2_4}}</a:t>
                      </a:r>
                      <a:endParaRPr sz="76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E03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{{T17_2_5}}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554735"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{{T17_3_0}}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1A1A24"/>
                          </a:solidFill>
                          <a:latin typeface="Overpass Mono"/>
                          <a:ea typeface="Overpass Mono"/>
                          <a:cs typeface="Overpass Mono"/>
                        </a:rPr>
                        <a:t>{{T17_3_1}}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{{T17_3_2}}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{{T17_3_3}}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{{T17_3_4}}</a:t>
                      </a:r>
                      <a:endParaRPr sz="76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F9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{{T17_3_5}}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{{T17_4_0}}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1A1A24"/>
                          </a:solidFill>
                          <a:latin typeface="Overpass Mono"/>
                          <a:ea typeface="Overpass Mono"/>
                          <a:cs typeface="Overpass Mono"/>
                        </a:rPr>
                        <a:t>{{T17_4_1}}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{{T17_4_2}}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{{T17_4_3}}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{{T17_4_4}}</a:t>
                      </a:r>
                      <a:endParaRPr sz="76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E03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{{T17_4_5}}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{{T17_5_0}}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1A1A24"/>
                          </a:solidFill>
                          <a:latin typeface="Overpass Mono"/>
                          <a:ea typeface="Overpass Mono"/>
                          <a:cs typeface="Overpass Mono"/>
                        </a:rPr>
                        <a:t>{{T17_5_1}}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{{T17_5_2}}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{{T17_5_3}}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{{T17_5_4}}</a:t>
                      </a:r>
                      <a:endParaRPr sz="76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E03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{{T17_5_5}}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{{T17_6_0}}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1A1A24"/>
                          </a:solidFill>
                          <a:latin typeface="Overpass Mono"/>
                          <a:ea typeface="Overpass Mono"/>
                          <a:cs typeface="Overpass Mono"/>
                        </a:rPr>
                        <a:t>{{T17_6_1}}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{{T17_6_2}}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{{T17_6_3}}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{{T17_6_4}}</a:t>
                      </a:r>
                      <a:endParaRPr sz="76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F9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{{T17_6_5}}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323087"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{{T17_7_0}}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1A1A24"/>
                          </a:solidFill>
                          <a:latin typeface="Overpass Mono"/>
                          <a:ea typeface="Overpass Mono"/>
                          <a:cs typeface="Overpass Mono"/>
                        </a:rPr>
                        <a:t>{{T17_7_1}}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{{T17_7_2}}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{{T17_7_3}}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{{T17_7_4}}</a:t>
                      </a:r>
                      <a:endParaRPr sz="76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F9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{{T17_7_5}}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554735"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{{T17_8_0}}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1A1A24"/>
                          </a:solidFill>
                          <a:latin typeface="Overpass Mono"/>
                          <a:ea typeface="Overpass Mono"/>
                          <a:cs typeface="Overpass Mono"/>
                        </a:rPr>
                        <a:t>{{T17_8_1}}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{{T17_8_2}}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{{T17_8_3}}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911"/>
                        </a:lnSpc>
                        <a:buNone/>
                      </a:pPr>
                      <a:r>
                        <a:rPr sz="76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{{T17_8_4}}</a:t>
                      </a:r>
                      <a:endParaRPr sz="76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F9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11"/>
                        </a:lnSpc>
                        <a:buNone/>
                      </a:pPr>
                      <a:r>
                        <a:rPr sz="76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{{T17_8_5}}</a:t>
                      </a:r>
                      <a:endParaRPr sz="76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862650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54A273DE-9F25-4153-880C-444D643B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786333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80"/>
              </a:lnSpc>
              <a:buNone/>
            </a:pPr>
            <a:r>
              <a:rPr sz="800" b="1">
                <a:solidFill>
                  <a:srgbClr val="FFC000"/>
                </a:solidFill>
                <a:latin typeface="Overpass"/>
                <a:ea typeface="Overpass"/>
                <a:cs typeface="Overpass"/>
              </a:rPr>
              <a:t>{{S26_630}}</a:t>
            </a:r>
            <a:endParaRPr sz="800"/>
          </a:p>
        </p:txBody>
      </p:sp>
      <p:pic>
        <p:nvPicPr>
          <p:cNvPr id="3" name="Logo EY">
            <a:extLst xmlns:a="http://schemas.openxmlformats.org/drawingml/2006/main">
              <a:ext uri="{FF2B5EF4-FFF2-40B4-BE49-F238E27FC236}">
                <a16:creationId xmlns:a16="http://schemas.microsoft.com/office/drawing/2014/main" id="{D4730D14-C888-44E5-9B22-F6DE6F8DE6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8fb45d8284d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1014" y="246888"/>
            <a:ext cx="482433" cy="566928"/>
          </a:xfrm>
          <a:prstGeom xmlns:a="http://schemas.openxmlformats.org/drawingml/2006/main" prst="rect">
            <a:avLst/>
          </a:prstGeom>
        </p:spPr>
      </p:pic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FFD61AA0-D4FA-476A-9ECA-4295F8E3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58400"/>
            <a:ext cx="6327648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E3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59D0449-56BD-4F77-A3F5-C9E3C3FE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31552"/>
            <a:ext cx="5394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11"/>
              </a:lnSpc>
              <a:buNone/>
            </a:pPr>
            <a:r>
              <a:rPr sz="650" b="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{{S26_631}}</a:t>
            </a:r>
            <a:endParaRPr sz="650"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FD7A0CD-4236-4493-B35A-62CE7FF3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10113264"/>
            <a:ext cx="23774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80"/>
              </a:lnSpc>
              <a:buNone/>
            </a:pPr>
            <a:r>
              <a:rPr sz="800" b="1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{{S26_632}}</a:t>
            </a:r>
            <a:endParaRPr sz="800"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1D97837-7461-4C0A-A68D-CDAFCBF6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182467" y="1480915"/>
            <a:ext cx="109645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75"/>
              </a:lnSpc>
              <a:buNone/>
            </a:pPr>
            <a:r>
              <a:rPr sz="700" b="1" spc="12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{{S26_633}}</a:t>
            </a:r>
            <a:endParaRPr sz="700"/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97F992F6-09AD-4639-809F-BA9C630C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257742"/>
            <a:ext cx="0" cy="7526338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E3"/>
            </a:solidFill>
          </a:ln>
        </p:spPr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877B824-3281-476E-989F-368347DA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7280"/>
            <a:ext cx="6327648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92"/>
              </a:lnSpc>
              <a:buNone/>
            </a:pPr>
            <a:r>
              <a:rPr sz="2400" b="1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{{S26_634}}</a:t>
            </a:r>
            <a:endParaRPr sz="2400"/>
          </a:p>
        </p:txBody>
      </p:sp>
      <p:graphicFrame>
        <p:nvGraphicFramePr>
          <p:cNvPr id="10" name="Table 9">
            <a:extLst xmlns:a="http://schemas.openxmlformats.org/drawingml/2006/main">
              <a:ext uri="{FF2B5EF4-FFF2-40B4-BE49-F238E27FC236}">
                <a16:creationId xmlns:a16="http://schemas.microsoft.com/office/drawing/2014/main" id="{276EA455-FCD8-4B7D-B062-E5BFD3BBD337}"/>
              </a:ext>
            </a:extLst>
          </p:cNvPr>
          <p:cNvGraphicFramePr/>
          <p:nvPr/>
        </p:nvGraphicFramePr>
        <p:xfrm>
          <a:off xmlns:a="http://schemas.openxmlformats.org/drawingml/2006/main" x="685800" y="1655064"/>
          <a:ext xmlns:a="http://schemas.openxmlformats.org/drawingml/2006/main" cx="6327646" cy="4535424"/>
        </p:xfrm>
        <a:graphic xmlns:a="http://schemas.openxmlformats.org/drawingml/2006/main"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57200"/>
                <a:gridCol w="1874519"/>
                <a:gridCol w="868680"/>
                <a:gridCol w="1005840"/>
                <a:gridCol w="1280160"/>
                <a:gridCol w="566928"/>
                <a:gridCol w="27431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{{T26_0_0}}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{{T26_0_1}}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{{T26_0_2}}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{{T26_0_3}}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{{T26_0_4}}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{{T26_0_5}}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{{T26_0_6}}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{{T26_2_0}}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{{T26_2_1}}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{{T26_2_2}}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{{T26_2_3}}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{{T26_2_4}}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{{T26_2_5}}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{{T26_2_6}}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{{T26_3_0}}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{{T26_3_1}}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{{T26_3_2}}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{{T26_3_3}}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{{T26_3_4}}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{{T26_3_5}}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{{T26_3_6}}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{{T26_4_0}}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{{T26_4_1}}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{{T26_4_2}}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{{T26_4_3}}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{{T26_4_4}}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{{T26_4_5}}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{{T26_4_6}}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{{T26_5_0}}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{{T26_5_1}}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{{T26_5_2}}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{{T26_5_3}}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{{T26_5_4}}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{{T26_5_5}}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{{T26_5_6}}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{{T26_6_0}}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{{T26_6_1}}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{{T26_6_2}}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{{T26_6_3}}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{{T26_6_4}}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{{T26_6_5}}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{{T26_6_6}}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{{T26_7_0}}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{{T26_7_1}}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{{T26_7_2}}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{{T26_7_3}}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{{T26_7_4}}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{{T26_7_5}}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{{T26_7_6}}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{{T26_8_0}}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{{T26_8_1}}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{{T26_8_2}}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{{T26_8_3}}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{{T26_8_4}}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{{T26_8_5}}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{{T26_8_6}}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EDEDF2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{{T26_9_0}}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{{T26_9_1}}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{{T26_9_2}}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{{T26_9_3}}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{{T26_9_4}}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{{T26_9_5}}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{{T26_9_6}}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EDEDF2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{{T26_10_0}}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{{T26_10_1}}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{{T26_10_2}}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{{T26_10_3}}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{{T26_10_4}}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{{T26_10_5}}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{{T26_10_6}}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EDEDF2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{{T26_11_0}}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{{T26_11_1}}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{{T26_11_2}}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{{T26_11_3}}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{{T26_11_4}}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{{T26_11_5}}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{{T26_11_6}}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{{T26_12_0}}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{{T26_12_1}}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{{T26_12_2}}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{{T26_12_3}}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{{T26_12_4}}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{{T26_12_5}}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{{T26_12_6}}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{{T26_13_0}}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{{T26_13_1}}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{{T26_13_2}}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{{T26_13_3}}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{{T26_13_4}}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{{T26_13_5}}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{{T26_13_6}}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{{T26_14_0}}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{{T26_14_1}}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{{T26_14_2}}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{{T26_14_3}}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{{T26_14_4}}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{{T26_14_5}}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{{T26_14_6}}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{{T26_15_0}}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{{T26_15_1}}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{{T26_15_2}}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{{T26_15_3}}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{{T26_15_4}}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{{T26_15_5}}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{{T26_15_6}}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{{T26_16_0}}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{{T26_16_1}}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{{T26_16_2}}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{{T26_16_3}}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{{T26_16_4}}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{{T26_16_5}}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{{T26_16_6}}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{{T26_17_0}}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{{T26_17_1}}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{{T26_17_2}}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{{T26_17_3}}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{{T26_17_4}}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{{T26_17_5}}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{{T26_17_6}}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{{T26_18_0}}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{{T26_18_1}}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{{T26_18_2}}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{{T26_18_3}}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{{T26_18_4}}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{{T26_18_5}}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{{T26_18_6}}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EDEDF2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{{T26_19_0}}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{{T26_19_1}}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{{T26_19_2}}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{{T26_19_3}}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{{T26_19_4}}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{{T26_19_5}}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{{T26_19_6}}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{{T26_20_0}}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{{T26_20_1}}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{{T26_20_2}}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{{T26_20_3}}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{{T26_20_4}}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{{T26_20_5}}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{{T26_20_6}}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61B5C79-6791-4FDC-91D8-FBA2F1FC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6792"/>
            <a:ext cx="6327648" cy="17689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7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F8B9EFD-FF10-499E-8FE7-5CD8F2D2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46520"/>
            <a:ext cx="6053328" cy="15769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73"/>
              </a:lnSpc>
              <a:spcAft>
                <a:spcPts val="300"/>
              </a:spcAft>
              <a:buNone/>
            </a:pPr>
            <a:r>
              <a:rPr sz="760" b="1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{{S26_635}}</a:t>
            </a:r>
            <a:endParaRPr sz="760"/>
          </a:p>
        </p:txBody>
      </p:sp>
    </p:spTree>
    <p:extLst>
      <p:ext uri="{BB962C8B-B14F-4D97-AF65-F5344CB8AC3E}">
        <p14:creationId xmlns:p14="http://schemas.microsoft.com/office/powerpoint/2010/main" val="5169357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C26FE9A-2424-41DD-9D9D-DF2F5F41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786333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80"/>
              </a:lnSpc>
              <a:buNone/>
            </a:pPr>
            <a:r>
              <a:rPr sz="800" b="1">
                <a:solidFill>
                  <a:srgbClr val="FFC000"/>
                </a:solidFill>
                <a:latin typeface="Overpass"/>
                <a:ea typeface="Overpass"/>
                <a:cs typeface="Overpass"/>
              </a:rPr>
              <a:t>{{S37_820}}</a:t>
            </a:r>
            <a:endParaRPr sz="800"/>
          </a:p>
        </p:txBody>
      </p:sp>
      <p:pic>
        <p:nvPicPr>
          <p:cNvPr id="3" name="Logo EY">
            <a:extLst xmlns:a="http://schemas.openxmlformats.org/drawingml/2006/main">
              <a:ext uri="{FF2B5EF4-FFF2-40B4-BE49-F238E27FC236}">
                <a16:creationId xmlns:a16="http://schemas.microsoft.com/office/drawing/2014/main" id="{DDAD39CB-2951-4181-A879-60D5FF5754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6ea21e44947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1014" y="246888"/>
            <a:ext cx="482433" cy="566928"/>
          </a:xfrm>
          <a:prstGeom xmlns:a="http://schemas.openxmlformats.org/drawingml/2006/main" prst="rect">
            <a:avLst/>
          </a:prstGeom>
        </p:spPr>
      </p:pic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13DC1932-3C67-43D5-A7D7-3E3AAAD2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58400"/>
            <a:ext cx="6327648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E3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E0B620A-1E2F-49B6-BEBD-1EE8B4E8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31552"/>
            <a:ext cx="5394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11"/>
              </a:lnSpc>
              <a:buNone/>
            </a:pPr>
            <a:r>
              <a:rPr sz="650" b="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{{S37_821}}</a:t>
            </a:r>
            <a:endParaRPr sz="650"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C1D316A-D484-4FF0-AA99-29265505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10113264"/>
            <a:ext cx="23774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80"/>
              </a:lnSpc>
              <a:buNone/>
            </a:pPr>
            <a:r>
              <a:rPr sz="800" b="1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{{S37_822}}</a:t>
            </a:r>
            <a:endParaRPr sz="800"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E95BEF9-0EC7-4638-97C4-5B543854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768127" y="2066575"/>
            <a:ext cx="2267775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75"/>
              </a:lnSpc>
              <a:buNone/>
            </a:pPr>
            <a:r>
              <a:rPr sz="700" b="1" spc="12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{{S37_823}}</a:t>
            </a:r>
            <a:endParaRPr sz="700"/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A78A2CC5-EE20-4E92-ABE7-1C1CA0D5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29063"/>
            <a:ext cx="0" cy="6355017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E3"/>
            </a:solidFill>
          </a:ln>
        </p:spPr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CFEDF58-7A74-4112-BD17-C7AA0B31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7280"/>
            <a:ext cx="6327648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92"/>
              </a:lnSpc>
              <a:buNone/>
            </a:pPr>
            <a:r>
              <a:rPr sz="2400" b="1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{{S37_824}}</a:t>
            </a:r>
            <a:endParaRPr sz="2400"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FC8669E-890F-45A1-AC09-144D9218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6192"/>
            <a:ext cx="6327648" cy="3541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86"/>
              </a:lnSpc>
              <a:buNone/>
            </a:pPr>
            <a:r>
              <a:rPr sz="960" b="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{{S37_825}}</a:t>
            </a:r>
            <a:endParaRPr sz="960"/>
          </a:p>
        </p:txBody>
      </p:sp>
      <p:graphicFrame>
        <p:nvGraphicFramePr>
          <p:cNvPr id="11" name="Table 10">
            <a:extLst xmlns:a="http://schemas.openxmlformats.org/drawingml/2006/main">
              <a:ext uri="{FF2B5EF4-FFF2-40B4-BE49-F238E27FC236}">
                <a16:creationId xmlns:a16="http://schemas.microsoft.com/office/drawing/2014/main" id="{D7B0B665-86A2-4CEE-9EF6-5851ADF6035D}"/>
              </a:ext>
            </a:extLst>
          </p:cNvPr>
          <p:cNvGraphicFramePr/>
          <p:nvPr/>
        </p:nvGraphicFramePr>
        <p:xfrm>
          <a:off xmlns:a="http://schemas.openxmlformats.org/drawingml/2006/main" x="685800" y="2064105"/>
          <a:ext xmlns:a="http://schemas.openxmlformats.org/drawingml/2006/main" cx="6327647" cy="6116309"/>
        </p:xfrm>
        <a:graphic xmlns:a="http://schemas.openxmlformats.org/drawingml/2006/main"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84048"/>
                <a:gridCol w="2977692"/>
                <a:gridCol w="786384"/>
                <a:gridCol w="990803"/>
                <a:gridCol w="118872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{{T37_0_0}}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{{T37_0_1}}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{{T37_0_2}}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{{T37_0_3}}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{{T37_0_4}}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</a:tr>
              <a:tr h="481583"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{{T37_1_0}}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{{T37_1_1}}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{{T37_1_2}}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{{T37_1_3}}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{{T37_1_4}}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481583"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{{T37_2_0}}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{{T37_2_1}}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{{T37_2_2}}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{{T37_2_3}}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{{T37_2_4}}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481583"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{{T37_3_0}}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{{T37_3_1}}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{{T37_3_2}}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{{T37_3_3}}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{{T37_3_4}}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605535"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{{T37_4_0}}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{{T37_4_1}}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{{T37_4_2}}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{{T37_4_3}}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{{T37_4_4}}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481583"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{{T37_5_0}}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{{T37_5_1}}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{{T37_5_2}}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EDED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{{T37_5_3}}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{{T37_5_4}}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481583"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{{T37_6_0}}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{{T37_6_1}}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{{T37_6_2}}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EDED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{{T37_6_3}}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{{T37_6_4}}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481583"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{{T37_7_0}}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{{T37_7_1}}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{{T37_7_2}}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EDED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{{T37_7_3}}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{{T37_7_4}}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{{T37_8_0}}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{{T37_8_1}}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{{T37_8_2}}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EDED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{{T37_8_3}}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{{T37_8_4}}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481583"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{{T37_9_0}}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{{T37_9_1}}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{{T37_9_2}}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EDED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{{T37_9_3}}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{{T37_9_4}}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481583"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{{T37_10_0}}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{{T37_10_1}}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{{T37_10_2}}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EDED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{{T37_10_3}}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{{T37_10_4}}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481583"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{{T37_11_0}}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{{T37_11_1}}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{{T37_11_2}}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{{T37_11_3}}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{{T37_11_4}}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481583"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{{T37_12_0}}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{{T37_12_1}}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{{T37_12_2}}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{{T37_12_3}}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60"/>
                        </a:lnSpc>
                        <a:buNone/>
                      </a:pPr>
                      <a:r>
                        <a:rPr sz="80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{{T37_12_4}}</a:t>
                      </a:r>
                      <a:endParaRPr sz="80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409381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7D0BB429-1FC9-4E6E-A2A8-8BCC78B7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786333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80"/>
              </a:lnSpc>
              <a:buNone/>
            </a:pPr>
            <a:r>
              <a:rPr sz="800" b="1">
                <a:solidFill>
                  <a:srgbClr val="FFC000"/>
                </a:solidFill>
                <a:latin typeface="Overpass"/>
                <a:ea typeface="Overpass"/>
                <a:cs typeface="Overpass"/>
              </a:rPr>
              <a:t>{{S40_876}}</a:t>
            </a:r>
            <a:endParaRPr sz="800"/>
          </a:p>
        </p:txBody>
      </p:sp>
      <p:pic>
        <p:nvPicPr>
          <p:cNvPr id="3" name="Logo EY">
            <a:extLst xmlns:a="http://schemas.openxmlformats.org/drawingml/2006/main">
              <a:ext uri="{FF2B5EF4-FFF2-40B4-BE49-F238E27FC236}">
                <a16:creationId xmlns:a16="http://schemas.microsoft.com/office/drawing/2014/main" id="{5D8A6A20-BD49-4AA5-ADEB-22396781B7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5423527844a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1014" y="246888"/>
            <a:ext cx="482433" cy="566928"/>
          </a:xfrm>
          <a:prstGeom xmlns:a="http://schemas.openxmlformats.org/drawingml/2006/main" prst="rect">
            <a:avLst/>
          </a:prstGeom>
        </p:spPr>
      </p:pic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5D5BC25D-3E30-4FE4-9D5C-A8E051FB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58400"/>
            <a:ext cx="6327648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E3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CC94481-0915-4977-82F6-45599D3D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31552"/>
            <a:ext cx="5394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11"/>
              </a:lnSpc>
              <a:buNone/>
            </a:pPr>
            <a:r>
              <a:rPr sz="650" b="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{{S40_877}}</a:t>
            </a:r>
            <a:endParaRPr sz="650"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B1CFADC-BE8C-4C1E-90F4-69A990A5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10113264"/>
            <a:ext cx="23774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80"/>
              </a:lnSpc>
              <a:buNone/>
            </a:pPr>
            <a:r>
              <a:rPr sz="800" b="1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{{S40_878}}</a:t>
            </a:r>
            <a:endParaRPr sz="800"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246A954-BF4F-483A-9750-4D682470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67414" y="1365862"/>
            <a:ext cx="866349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75"/>
              </a:lnSpc>
              <a:buNone/>
            </a:pPr>
            <a:r>
              <a:rPr sz="700" b="1" spc="12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{{S40_879}}</a:t>
            </a:r>
            <a:endParaRPr sz="700"/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E0E264A6-4877-4F58-9A7D-EE3BFEEF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027637"/>
            <a:ext cx="0" cy="7756443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D9D9E3"/>
            </a:solidFill>
          </a:ln>
        </p:spPr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ADF432E-7E43-46FB-9001-07F2FA60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7280"/>
            <a:ext cx="6327648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92"/>
              </a:lnSpc>
              <a:buNone/>
            </a:pPr>
            <a:r>
              <a:rPr sz="2400" b="1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{{S40_880}}</a:t>
            </a:r>
            <a:endParaRPr sz="2400"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FD0E9F2-A116-463B-8B1E-37645899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7904"/>
            <a:ext cx="6327648" cy="3541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86"/>
              </a:lnSpc>
              <a:buNone/>
            </a:pPr>
            <a:r>
              <a:rPr sz="960" b="0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{{S40_881}}</a:t>
            </a:r>
            <a:endParaRPr sz="960"/>
          </a:p>
        </p:txBody>
      </p:sp>
      <p:graphicFrame>
        <p:nvGraphicFramePr>
          <p:cNvPr id="11" name="Table 10">
            <a:extLst xmlns:a="http://schemas.openxmlformats.org/drawingml/2006/main">
              <a:ext uri="{FF2B5EF4-FFF2-40B4-BE49-F238E27FC236}">
                <a16:creationId xmlns:a16="http://schemas.microsoft.com/office/drawing/2014/main" id="{D9D53312-5AA2-44A8-86A6-59A0B2826A78}"/>
              </a:ext>
            </a:extLst>
          </p:cNvPr>
          <p:cNvGraphicFramePr/>
          <p:nvPr/>
        </p:nvGraphicFramePr>
        <p:xfrm>
          <a:off xmlns:a="http://schemas.openxmlformats.org/drawingml/2006/main" x="685800" y="2073249"/>
          <a:ext xmlns:a="http://schemas.openxmlformats.org/drawingml/2006/main" cx="6327648" cy="6875213"/>
        </p:xfrm>
        <a:graphic xmlns:a="http://schemas.openxmlformats.org/drawingml/2006/main"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325880"/>
                <a:gridCol w="960120"/>
                <a:gridCol w="2103120"/>
                <a:gridCol w="1527048"/>
                <a:gridCol w="41148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{{T40_0_0}}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{{T40_0_1}}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{{T40_0_2}}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{{T40_0_3}}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Overpass"/>
                          <a:ea typeface="Overpass"/>
                          <a:cs typeface="Overpass"/>
                        </a:rPr>
                        <a:t>{{T40_0_4}}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2E2E38"/>
                      </a:solidFill>
                      <a:prstDash val="solid"/>
                    </a:lnB>
                    <a:solidFill>
                      <a:srgbClr val="2E2E38"/>
                    </a:solidFill>
                  </a:tcPr>
                </a:tc>
              </a:tr>
              <a:tr h="453999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{{T40_1_0}}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{{T40_1_1}}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{{T40_1_2}}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{{T40_1_3}}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453999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{{T40_2_0}}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{{T40_2_1}}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{{T40_2_2}}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{{T40_2_3}}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{{T40_2_4}}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453999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{{T40_3_0}}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{{T40_3_1}}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{{T40_3_2}}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{{T40_3_3}}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{{T40_3_4}}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333146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{{T40_4_0}}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{{T40_4_1}}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{{T40_4_2}}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{{T40_4_3}}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{{T40_4_4}}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453999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{{T40_5_0}}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{{T40_5_1}}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{{T40_5_2}}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{{T40_5_3}}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{{T40_5_4}}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333146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{{T40_6_0}}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{{T40_6_1}}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{{T40_6_2}}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{{T40_6_3}}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{{T40_6_4}}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333146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{{T40_7_0}}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{{T40_7_1}}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{{T40_7_2}}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{{T40_7_3}}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{{T40_7_4}}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333146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{{T40_8_0}}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{{T40_8_1}}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{{T40_8_2}}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{{T40_8_3}}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{{T40_8_4}}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333146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{{T40_9_0}}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{{T40_9_1}}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{{T40_9_2}}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{{T40_9_3}}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{{T40_9_4}}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333146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{{T40_10_0}}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{{T40_10_1}}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{{T40_10_2}}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{{T40_10_3}}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{{T40_10_4}}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333146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{{T40_11_0}}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{{T40_11_1}}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{{T40_11_2}}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{{T40_11_3}}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{{T40_11_4}}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333146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{{T40_12_0}}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{{T40_12_1}}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{{T40_12_2}}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{{T40_12_3}}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{{T40_12_4}}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333146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{{T40_13_0}}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{{T40_13_1}}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{{T40_13_2}}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{{T40_13_3}}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{{T40_13_4}}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453999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{{T40_14_0}}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{{T40_14_1}}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{{T40_14_2}}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{{T40_14_3}}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{{T40_14_4}}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333146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{{T40_15_0}}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{{T40_15_1}}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{{T40_15_2}}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{{T40_15_3}}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{{T40_15_4}}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333146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{{T40_16_0}}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{{T40_16_1}}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{{T40_16_2}}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{{T40_16_3}}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{{T40_16_4}}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  <a:tr h="333146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{{T40_17_0}}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{{T40_17_1}}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{{T40_17_2}}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{{T40_17_3}}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{{T40_17_4}}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noFill/>
                  </a:tcPr>
                </a:tc>
              </a:tr>
              <a:tr h="333146"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{{T40_18_0}}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{{T40_18_1}}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{{T40_18_2}}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0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{{T40_18_3}}</a:t>
                      </a:r>
                      <a:endParaRPr sz="780"/>
                    </a:p>
                  </a:txBody>
                  <a:tcPr marL="64008" marR="64008" marT="41148" marB="4114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936"/>
                        </a:lnSpc>
                        <a:buNone/>
                      </a:pPr>
                      <a:r>
                        <a:rPr sz="780" b="1">
                          <a:solidFill>
                            <a:srgbClr val="1A1A24"/>
                          </a:solidFill>
                          <a:latin typeface="Overpass"/>
                          <a:ea typeface="Overpass"/>
                          <a:cs typeface="Overpass"/>
                        </a:rPr>
                        <a:t>{{T40_18_4}}</a:t>
                      </a:r>
                      <a:endParaRPr sz="780"/>
                    </a:p>
                  </a:txBody>
                  <a:tcPr marL="64008" marR="64008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D9D9E3"/>
                      </a:solidFill>
                      <a:prstDash val="solid"/>
                    </a:lnB>
                    <a:solidFill>
                      <a:srgbClr val="F4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097955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1A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A33082B-982A-41D5-9427-7FDC8BAB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786333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80"/>
              </a:lnSpc>
              <a:buNone/>
            </a:pPr>
            <a:r>
              <a:rPr sz="800" b="1">
                <a:solidFill>
                  <a:srgbClr val="FFC000"/>
                </a:solidFill>
                <a:latin typeface="Overpass"/>
                <a:ea typeface="Overpass"/>
                <a:cs typeface="Overpass"/>
              </a:rPr>
              <a:t>{{S43_1029}}</a:t>
            </a:r>
            <a:endParaRPr sz="800"/>
          </a:p>
        </p:txBody>
      </p:sp>
      <p:pic>
        <p:nvPicPr>
          <p:cNvPr id="3" name="Logo EY">
            <a:extLst xmlns:a="http://schemas.openxmlformats.org/drawingml/2006/main">
              <a:ext uri="{FF2B5EF4-FFF2-40B4-BE49-F238E27FC236}">
                <a16:creationId xmlns:a16="http://schemas.microsoft.com/office/drawing/2014/main" id="{A87A49B1-50FD-443E-8816-2C534FA8BD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ef386c6004d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1014" y="246888"/>
            <a:ext cx="482433" cy="566928"/>
          </a:xfrm>
          <a:prstGeom xmlns:a="http://schemas.openxmlformats.org/drawingml/2006/main" prst="rect">
            <a:avLst/>
          </a:prstGeom>
        </p:spPr>
      </p:pic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4F0A3DA0-235F-4FD4-94BC-8199E23C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58400"/>
            <a:ext cx="6327648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4A4A57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6D7F941-F86C-433D-BC7A-FB9CB8B3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31552"/>
            <a:ext cx="5394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11"/>
              </a:lnSpc>
              <a:buNone/>
            </a:pPr>
            <a:r>
              <a:rPr sz="650" b="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{{S43_1030}}</a:t>
            </a:r>
            <a:endParaRPr sz="650"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0B47F1D-8B8D-4F6C-947C-1D114216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10113264"/>
            <a:ext cx="237744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80"/>
              </a:lnSpc>
              <a:buNone/>
            </a:pPr>
            <a:r>
              <a:rPr sz="800" b="1">
                <a:solidFill>
                  <a:srgbClr val="1A1A24"/>
                </a:solidFill>
                <a:latin typeface="Overpass"/>
                <a:ea typeface="Overpass"/>
                <a:cs typeface="Overpass"/>
              </a:rPr>
              <a:t>{{S43_1031}}</a:t>
            </a:r>
            <a:endParaRPr sz="800"/>
          </a:p>
        </p:txBody>
      </p:sp>
      <p:pic>
        <p:nvPicPr>
          <p:cNvPr id="7" name="Faixa">
            <a:extLst xmlns:a="http://schemas.openxmlformats.org/drawingml/2006/main">
              <a:ext uri="{FF2B5EF4-FFF2-40B4-BE49-F238E27FC236}">
                <a16:creationId xmlns:a16="http://schemas.microsoft.com/office/drawing/2014/main" id="{DF9E7C82-0B9D-4B75-B6D9-80D4D0697E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53c9f86594c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914400"/>
            <a:ext cx="1280160" cy="896112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D0E4802-4439-4E50-A978-D8E64C32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120640"/>
            <a:ext cx="5852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00"/>
              </a:lnSpc>
              <a:buNone/>
            </a:pPr>
            <a:r>
              <a:rPr sz="200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{{S43_1032}}</a:t>
            </a:r>
            <a:endParaRPr sz="2000"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D8D557C-D9E8-47B1-8E72-F4CDDF7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623559"/>
            <a:ext cx="5806440" cy="1734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1380"/>
              </a:lnSpc>
              <a:spcAft>
                <a:spcPts val="800"/>
              </a:spcAft>
              <a:buNone/>
            </a:pPr>
            <a:r>
              <a:rPr sz="1000" b="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{{S43_1033}}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69691458"/>
      </p:ext>
    </p:extLst>
  </p:cSld>
</p:sld>
</file>

<file path=ppt/theme/theme1.xml><?xml version="1.0" encoding="utf-8"?>
<a:theme xmlns:a="http://schemas.openxmlformats.org/drawingml/2006/main" name="Office Theme">
  <a:themeElements>
    <a:clrScheme name="EY">
      <a:dk1>
        <a:srgbClr val="1A1A24"/>
      </a:dk1>
      <a:lt1>
        <a:srgbClr val="FFFFFF"/>
      </a:lt1>
      <a:dk2>
        <a:srgbClr val="2E2E38"/>
      </a:dk2>
      <a:lt2>
        <a:srgbClr val="F4F4F7"/>
      </a:lt2>
      <a:accent1>
        <a:srgbClr val="FFE600"/>
      </a:accent1>
      <a:accent2>
        <a:srgbClr val="2E2E38"/>
      </a:accent2>
      <a:accent3>
        <a:srgbClr val="747480"/>
      </a:accent3>
      <a:accent4>
        <a:srgbClr val="E03C31"/>
      </a:accent4>
      <a:accent5>
        <a:srgbClr val="FF9831"/>
      </a:accent5>
      <a:accent6>
        <a:srgbClr val="2DB757"/>
      </a:accent6>
      <a:hlink>
        <a:srgbClr val="1E3A5F"/>
      </a:hlink>
      <a:folHlink>
        <a:srgbClr val="1E3A5F"/>
      </a:folHlink>
    </a:clrScheme>
    <a:fontScheme name="EY">
      <a:majorFont>
        <a:latin typeface="Overpas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verpas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2026-10-13T19:34:58.3410000Z</dcterms:created>
  <dcterms:modified xsi:type="dcterms:W3CDTF">2026-10-13T19:34:58.3410000Z</dcterms:modified>
</coreProperties>
</file>