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weeklyTemplate1"/>
    <p:sldId id="257" r:id="weeklyTemplate2"/>
    <p:sldId id="258" r:id="weeklyTemplate3"/>
    <p:sldId id="259" r:id="weeklyTemplate4"/>
    <p:sldId id="260" r:id="weeklyTemplate5"/>
    <p:sldId id="261" r:id="weeklyTemplate6"/>
    <p:sldId id="262" r:id="weeklyTemplate12"/>
    <p:sldId id="263" r:id="weeklyTemplate13"/>
    <p:sldId id="264" r:id="weeklyTemplate14"/>
    <p:sldId id="265" r:id="weeklyTemplate15"/>
    <p:sldId id="266" r:id="weeklyTemplate16"/>
    <p:sldId id="267" r:id="weeklyTemplate17"/>
    <p:sldId id="268" r:id="weeklyTemplate18"/>
    <p:sldId id="269" r:id="weeklyTemplate19"/>
    <p:sldId id="270" r:id="weeklyTemplate20"/>
    <p:sldId id="271" r:id="weeklyTemplate21"/>
    <p:sldId id="272" r:id="weeklyTemplate26"/>
    <p:sldId id="273" r:id="weeklyTemplate27"/>
    <p:sldId id="274" r:id="weeklyTemplate28"/>
  </p:sldIdLst>
  <p:sldSz cx="7562088" cy="10689336" type="screen4x3"/>
  <p:notesSz cx="6858000" cy="9144000"/>
  <p:defaultTextStyle>
    <a:defPPr>
      <a:defRPr lang="en-US">
        <a:latin typeface="Overpass"/>
      </a:defRPr>
    </a:defPPr>
    <a:lvl1pPr marL="0" algn="l" defTabSz="457200" rtl="0" eaLnBrk="1" latinLnBrk="0" hangingPunct="1">
      <a:defRPr sz="1800" kern="1200">
        <a:solidFill>
          <a:schemeClr val="tx1"/>
        </a:solidFill>
        <a:latin typeface="Overpass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Overpass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Overpass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Overpass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Overpass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Overpass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Overpass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Overpass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Overpass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32" Type="http://schemas.openxmlformats.org/officeDocument/2006/relationships/theme" Target="theme/theme1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weeklyTemplate1" Type="http://schemas.openxmlformats.org/officeDocument/2006/relationships/slide" Target="slides/slide1.xml"/><Relationship Id="weeklyTemplate2" Type="http://schemas.openxmlformats.org/officeDocument/2006/relationships/slide" Target="slides/slide2.xml"/><Relationship Id="weeklyTemplate3" Type="http://schemas.openxmlformats.org/officeDocument/2006/relationships/slide" Target="slides/slide3.xml"/><Relationship Id="weeklyTemplate4" Type="http://schemas.openxmlformats.org/officeDocument/2006/relationships/slide" Target="slides/slide4.xml"/><Relationship Id="weeklyTemplate5" Type="http://schemas.openxmlformats.org/officeDocument/2006/relationships/slide" Target="slides/slide5.xml"/><Relationship Id="weeklyTemplate6" Type="http://schemas.openxmlformats.org/officeDocument/2006/relationships/slide" Target="slides/slide6.xml"/><Relationship Id="weeklyTemplate12" Type="http://schemas.openxmlformats.org/officeDocument/2006/relationships/slide" Target="slides/slide12.xml"/><Relationship Id="weeklyTemplate13" Type="http://schemas.openxmlformats.org/officeDocument/2006/relationships/slide" Target="slides/slide13.xml"/><Relationship Id="weeklyTemplate14" Type="http://schemas.openxmlformats.org/officeDocument/2006/relationships/slide" Target="slides/slide14.xml"/><Relationship Id="weeklyTemplate15" Type="http://schemas.openxmlformats.org/officeDocument/2006/relationships/slide" Target="slides/slide15.xml"/><Relationship Id="weeklyTemplate16" Type="http://schemas.openxmlformats.org/officeDocument/2006/relationships/slide" Target="slides/slide16.xml"/><Relationship Id="weeklyTemplate17" Type="http://schemas.openxmlformats.org/officeDocument/2006/relationships/slide" Target="slides/slide17.xml"/><Relationship Id="weeklyTemplate18" Type="http://schemas.openxmlformats.org/officeDocument/2006/relationships/slide" Target="slides/slide18.xml"/><Relationship Id="weeklyTemplate19" Type="http://schemas.openxmlformats.org/officeDocument/2006/relationships/slide" Target="slides/slide19.xml"/><Relationship Id="weeklyTemplate20" Type="http://schemas.openxmlformats.org/officeDocument/2006/relationships/slide" Target="slides/slide20.xml"/><Relationship Id="weeklyTemplate21" Type="http://schemas.openxmlformats.org/officeDocument/2006/relationships/slide" Target="slides/slide21.xml"/><Relationship Id="weeklyTemplate26" Type="http://schemas.openxmlformats.org/officeDocument/2006/relationships/slide" Target="slides/slide26.xml"/><Relationship Id="weeklyTemplate27" Type="http://schemas.openxmlformats.org/officeDocument/2006/relationships/slide" Target="slides/slide27.xml"/><Relationship Id="weeklyTemplate28" Type="http://schemas.openxmlformats.org/officeDocument/2006/relationships/slide" Target="slides/slide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</c:v>
                </c:pt>
              </c:strCache>
            </c:strRef>
          </c:tx>
          <c:spPr>
            <a:ln w="22225">
              <a:solidFill>
                <a:srgbClr val="B08A00"/>
              </a:solidFill>
            </a:ln>
          </c:spPr>
          <c:marker>
            <c:symbol val="circle"/>
            <c:size val="5"/>
            <c:spPr>
              <a:solidFill>
                <a:srgbClr val="B08A00"/>
              </a:solidFill>
              <a:ln>
                <a:solidFill>
                  <a:srgbClr val="B08A00"/>
                </a:solidFill>
              </a:ln>
            </c:spPr>
          </c:marker>
          <c:dPt>
            <c:idx val="11"/>
            <c:marker>
              <c:symbol val="circle"/>
              <c:size val="10"/>
              <c:spPr>
                <a:solidFill>
                  <a:srgbClr val="B08A00"/>
                </a:solidFill>
                <a:ln w="19050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56E9-4FD2-8F0E-FC7053B11DED}"/>
              </c:ext>
            </c:extLst>
          </c:dPt>
          <c:dLbls>
            <c:dLbl>
              <c:idx val="1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1A1A24"/>
                        </a:solidFill>
                        <a:latin typeface="Overpass"/>
                      </a:rPr>
                      <a:t>—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56E9-4FD2-8F0E-FC7053B11DE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6E9-4FD2-8F0E-FC7053B11D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0</c:v>
                </c:pt>
              </c:strCache>
            </c:strRef>
          </c:tx>
          <c:spPr>
            <a:ln w="22225">
              <a:solidFill>
                <a:srgbClr val="2E2E38"/>
              </a:solidFill>
            </a:ln>
          </c:spPr>
          <c:marker>
            <c:symbol val="circle"/>
            <c:size val="5"/>
            <c:spPr>
              <a:solidFill>
                <a:srgbClr val="2E2E38"/>
              </a:solidFill>
              <a:ln>
                <a:solidFill>
                  <a:srgbClr val="2E2E38"/>
                </a:solidFill>
              </a:ln>
            </c:spPr>
          </c:marker>
          <c:dPt>
            <c:idx val="11"/>
            <c:marker>
              <c:symbol val="circle"/>
              <c:size val="10"/>
              <c:spPr>
                <a:solidFill>
                  <a:srgbClr val="2E2E38"/>
                </a:solidFill>
                <a:ln w="19050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56E9-4FD2-8F0E-FC7053B11DED}"/>
              </c:ext>
            </c:extLst>
          </c:dPt>
          <c:dLbls>
            <c:dLbl>
              <c:idx val="1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1A1A24"/>
                        </a:solidFill>
                        <a:latin typeface="Overpass"/>
                      </a:rPr>
                      <a:t>—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56E9-4FD2-8F0E-FC7053B11DE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6E9-4FD2-8F0E-FC7053B11D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6350">
            <a:solidFill>
              <a:srgbClr val="D9D9E3"/>
            </a:solidFill>
          </a:ln>
        </c:spPr>
        <c:txPr>
          <a:bodyPr/>
          <a:lstStyle/>
          <a:p>
            <a:pPr>
              <a:defRPr sz="700">
                <a:solidFill>
                  <a:srgbClr val="5A5A66"/>
                </a:solidFill>
                <a:latin typeface="Overpass"/>
              </a:defRPr>
            </a:pPr>
            <a:endParaRPr lang="pt-B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40"/>
          <c:min val="0"/>
        </c:scaling>
        <c:delete val="0"/>
        <c:axPos val="l"/>
        <c:majorGridlines>
          <c:spPr>
            <a:ln w="6350">
              <a:solidFill>
                <a:srgbClr val="D9D9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5A5A66"/>
                </a:solidFill>
                <a:latin typeface="Overpass"/>
              </a:defRPr>
            </a:pPr>
            <a:endParaRPr lang="pt-BR"/>
          </a:p>
        </c:txPr>
        <c:crossAx val="2118791784"/>
        <c:crosses val="autoZero"/>
        <c:crossBetween val="between"/>
        <c:majorUnit val="10"/>
      </c:valAx>
    </c:plotArea>
    <c:legend>
      <c:legendPos val="t"/>
      <c:overlay val="0"/>
      <c:txPr>
        <a:bodyPr/>
        <a:lstStyle/>
        <a:p>
          <a:pPr>
            <a:defRPr sz="750">
              <a:solidFill>
                <a:srgbClr val="1A1A24"/>
              </a:solidFill>
              <a:latin typeface="Overpas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750">
          <a:solidFill>
            <a:srgbClr val="1A1A24"/>
          </a:solidFill>
          <a:latin typeface="Overpass"/>
        </a:defRPr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</c:v>
                </c:pt>
              </c:strCache>
            </c:strRef>
          </c:tx>
          <c:spPr>
            <a:ln w="22225">
              <a:solidFill>
                <a:srgbClr val="2E2E38"/>
              </a:solidFill>
            </a:ln>
          </c:spPr>
          <c:marker>
            <c:symbol val="circle"/>
            <c:size val="5"/>
            <c:spPr>
              <a:solidFill>
                <a:srgbClr val="2E2E38"/>
              </a:solidFill>
              <a:ln>
                <a:solidFill>
                  <a:srgbClr val="2E2E38"/>
                </a:solidFill>
              </a:ln>
            </c:spPr>
          </c:marker>
          <c:dPt>
            <c:idx val="11"/>
            <c:marker>
              <c:symbol val="circle"/>
              <c:size val="10"/>
              <c:spPr>
                <a:solidFill>
                  <a:srgbClr val="2E2E38"/>
                </a:solidFill>
                <a:ln w="19050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A8E4-4BD6-87B0-559C51EBA952}"/>
              </c:ext>
            </c:extLst>
          </c:dPt>
          <c:dLbls>
            <c:dLbl>
              <c:idx val="1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1A1A24"/>
                        </a:solidFill>
                        <a:latin typeface="Overpass"/>
                      </a:rPr>
                      <a:t>—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A8E4-4BD6-87B0-559C51EBA95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E4-4BD6-87B0-559C51EBA9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0</c:v>
                </c:pt>
              </c:strCache>
            </c:strRef>
          </c:tx>
          <c:spPr>
            <a:ln w="22225">
              <a:solidFill>
                <a:srgbClr val="B08A00"/>
              </a:solidFill>
            </a:ln>
          </c:spPr>
          <c:marker>
            <c:symbol val="circle"/>
            <c:size val="5"/>
            <c:spPr>
              <a:solidFill>
                <a:srgbClr val="B08A00"/>
              </a:solidFill>
              <a:ln>
                <a:solidFill>
                  <a:srgbClr val="B08A00"/>
                </a:solidFill>
              </a:ln>
            </c:spPr>
          </c:marker>
          <c:dPt>
            <c:idx val="11"/>
            <c:marker>
              <c:symbol val="circle"/>
              <c:size val="10"/>
              <c:spPr>
                <a:solidFill>
                  <a:srgbClr val="B08A00"/>
                </a:solidFill>
                <a:ln w="19050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A8E4-4BD6-87B0-559C51EBA952}"/>
              </c:ext>
            </c:extLst>
          </c:dPt>
          <c:dLbls>
            <c:dLbl>
              <c:idx val="1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1A1A24"/>
                        </a:solidFill>
                        <a:latin typeface="Overpass"/>
                      </a:rPr>
                      <a:t>—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A8E4-4BD6-87B0-559C51EBA95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8E4-4BD6-87B0-559C51EBA95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0</c:v>
                </c:pt>
              </c:strCache>
            </c:strRef>
          </c:tx>
          <c:spPr>
            <a:ln w="22225">
              <a:solidFill>
                <a:srgbClr val="8A8A99"/>
              </a:solidFill>
            </a:ln>
          </c:spPr>
          <c:marker>
            <c:symbol val="circle"/>
            <c:size val="5"/>
            <c:spPr>
              <a:solidFill>
                <a:srgbClr val="8A8A99"/>
              </a:solidFill>
              <a:ln>
                <a:solidFill>
                  <a:srgbClr val="8A8A99"/>
                </a:solidFill>
              </a:ln>
            </c:spPr>
          </c:marker>
          <c:dPt>
            <c:idx val="11"/>
            <c:marker>
              <c:symbol val="circle"/>
              <c:size val="10"/>
              <c:spPr>
                <a:solidFill>
                  <a:srgbClr val="8A8A99"/>
                </a:solidFill>
                <a:ln w="19050"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A8E4-4BD6-87B0-559C51EBA952}"/>
              </c:ext>
            </c:extLst>
          </c:dPt>
          <c:cat>
            <c:strRef>
              <c:f>Sheet1!$A$2:$A$13</c:f>
              <c:strCach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A8E4-4BD6-87B0-559C51EBA9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6350">
            <a:solidFill>
              <a:srgbClr val="D9D9E3"/>
            </a:solidFill>
          </a:ln>
        </c:spPr>
        <c:txPr>
          <a:bodyPr/>
          <a:lstStyle/>
          <a:p>
            <a:pPr>
              <a:defRPr sz="700">
                <a:solidFill>
                  <a:srgbClr val="5A5A66"/>
                </a:solidFill>
                <a:latin typeface="Overpass"/>
              </a:defRPr>
            </a:pPr>
            <a:endParaRPr lang="pt-B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"/>
          <c:min val="0"/>
        </c:scaling>
        <c:delete val="0"/>
        <c:axPos val="l"/>
        <c:majorGridlines>
          <c:spPr>
            <a:ln w="6350">
              <a:solidFill>
                <a:srgbClr val="D9D9E3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5A5A66"/>
                </a:solidFill>
                <a:latin typeface="Overpass"/>
              </a:defRPr>
            </a:pPr>
            <a:endParaRPr lang="pt-BR"/>
          </a:p>
        </c:txPr>
        <c:crossAx val="2118791784"/>
        <c:crosses val="autoZero"/>
        <c:crossBetween val="between"/>
        <c:majorUnit val="2"/>
      </c:valAx>
    </c:plotArea>
    <c:legend>
      <c:legendPos val="t"/>
      <c:overlay val="0"/>
      <c:txPr>
        <a:bodyPr/>
        <a:lstStyle/>
        <a:p>
          <a:pPr>
            <a:defRPr sz="750">
              <a:solidFill>
                <a:srgbClr val="1A1A24"/>
              </a:solidFill>
              <a:latin typeface="Overpas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750">
          <a:solidFill>
            <a:srgbClr val="1A1A24"/>
          </a:solidFill>
          <a:latin typeface="Overpass"/>
        </a:defRPr>
      </a:pPr>
      <a:endParaRPr lang="en-US"/>
    </a:p>
  </c:tx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ágina da revis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Overpass"/>
              </a:rPr>
              <a:t>10/22/2026</a:t>
            </a:fld>
            <a:endParaRPr lang="en-US">
              <a:latin typeface="Overpas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Overpas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Overpass"/>
              </a:rPr>
              <a:t>‹#›</a:t>
            </a:fld>
            <a:endParaRPr lang="en-US">
              <a:latin typeface="Overpass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latin typeface="Overpass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>
                <a:latin typeface="Overpass"/>
              </a:rPr>
              <a:t>Click to edit Master text styles</a:t>
            </a:r>
          </a:p>
          <a:p>
            <a:pPr lvl="1"/>
            <a:r>
              <a:rPr lang="en-US">
                <a:latin typeface="Overpass"/>
              </a:rPr>
              <a:t>Second level</a:t>
            </a:r>
          </a:p>
          <a:p>
            <a:pPr lvl="2"/>
            <a:r>
              <a:rPr lang="en-US">
                <a:latin typeface="Overpass"/>
              </a:rPr>
              <a:t>Third level</a:t>
            </a:r>
          </a:p>
          <a:p>
            <a:pPr lvl="3"/>
            <a:r>
              <a:rPr lang="en-US">
                <a:latin typeface="Overpass"/>
              </a:rPr>
              <a:t>Fourth level</a:t>
            </a:r>
          </a:p>
          <a:p>
            <a:pPr lvl="4"/>
            <a:r>
              <a:rPr lang="en-US">
                <a:latin typeface="Overpass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Overpass"/>
              </a:defRPr>
            </a:lvl1pPr>
          </a:lstStyle>
          <a:p>
            <a:fld id="{5BCAD085-E8A6-8845-BD4E-CB4CCA059FC4}" type="datetimeFigureOut">
              <a:rPr lang="en-US" smtClean="0">
                <a:latin typeface="Overpass"/>
              </a:rPr>
              <a:t>10/22/2026</a:t>
            </a:fld>
            <a:endParaRPr lang="en-US">
              <a:latin typeface="Overpas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Overpass"/>
              </a:defRPr>
            </a:lvl1pPr>
          </a:lstStyle>
          <a:p>
            <a:endParaRPr lang="en-US">
              <a:latin typeface="Overpas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Overpass"/>
              </a:defRPr>
            </a:lvl1pPr>
          </a:lstStyle>
          <a:p>
            <a:fld id="{C1FF6DA9-008F-8B48-92A6-B652298478BF}" type="slidenum">
              <a:rPr lang="en-US" smtClean="0">
                <a:latin typeface="Overpass"/>
              </a:rPr>
              <a:t>‹#›</a:t>
            </a:fld>
            <a:endParaRPr lang="en-US">
              <a:latin typeface="Overpass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Overpas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Overpas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Overpas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Overpas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Overpas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Overpas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Overpas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Overpas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Overpas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Overpass"/>
          <a:ea typeface="+mn-ea"/>
          <a:cs typeface="+mn-cs"/>
        </a:defRPr>
      </a:lvl9pPr>
    </p:bodyStyle>
    <p:otherStyle>
      <a:defPPr>
        <a:defRPr lang="en-US">
          <a:latin typeface="Overpass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Overpas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Overpas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Overpas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Overpas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Overpas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Overpas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Overpas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Overpas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Overpas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apa" descr="Foto de capa com o logo 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06240" y="566928"/>
            <a:ext cx="28072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875"/>
              </a:lnSpc>
            </a:pPr>
            <a:r>
              <a:rPr lang="pt-BR" sz="1500" b="1">
                <a:solidFill>
                  <a:srgbClr val="FFFFFF"/>
                </a:solidFill>
                <a:latin typeface="Overpass"/>
              </a:rPr>
              <a:t>{{S1_3}}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868680"/>
            <a:ext cx="280720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312"/>
              </a:lnSpc>
            </a:pPr>
            <a:r>
              <a:rPr lang="pt-BR" sz="1050" b="0">
                <a:solidFill>
                  <a:srgbClr val="FFFFFF"/>
                </a:solidFill>
                <a:latin typeface="Overpass"/>
              </a:rPr>
              <a:t>{{S1_4}}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0"/>
            <a:ext cx="63276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pt-BR" sz="1300" b="1" spc="300">
                <a:solidFill>
                  <a:srgbClr val="FFE600"/>
                </a:solidFill>
                <a:latin typeface="Overpass"/>
              </a:rPr>
              <a:t>{{S1_5}}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653527"/>
            <a:ext cx="6327648" cy="11724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400"/>
              </a:lnSpc>
            </a:pPr>
            <a:r>
              <a:rPr lang="pt-BR" sz="4400" b="1">
                <a:solidFill>
                  <a:srgbClr val="FFFFFF"/>
                </a:solidFill>
                <a:latin typeface="Overpass"/>
              </a:rPr>
              <a:t>{{S1_6}}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899144"/>
            <a:ext cx="63276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75"/>
              </a:lnSpc>
            </a:pPr>
            <a:r>
              <a:rPr lang="pt-BR" sz="1500" b="0">
                <a:solidFill>
                  <a:srgbClr val="FFFFFF"/>
                </a:solidFill>
                <a:latin typeface="Overpass"/>
              </a:rPr>
              <a:t>{{S1_7}}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9319768"/>
            <a:ext cx="857192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990"/>
              </a:lnSpc>
            </a:pPr>
            <a:r>
              <a:rPr lang="pt-BR" sz="900" b="1">
                <a:solidFill>
                  <a:srgbClr val="FFC000"/>
                </a:solidFill>
                <a:latin typeface="Overpass"/>
              </a:rPr>
              <a:t>{{S1_8}}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0152" y="936548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375"/>
              </a:lnSpc>
            </a:pPr>
            <a:r>
              <a:rPr lang="pt-BR" sz="1100" b="0">
                <a:solidFill>
                  <a:srgbClr val="FFFFFF"/>
                </a:solidFill>
                <a:latin typeface="Overpass"/>
              </a:rPr>
              <a:t>{{S1_9}}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9838944"/>
            <a:ext cx="632764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38"/>
              </a:lnSpc>
            </a:pPr>
            <a:r>
              <a:rPr lang="pt-BR" sz="1150" b="1">
                <a:solidFill>
                  <a:srgbClr val="FFFFFF"/>
                </a:solidFill>
                <a:latin typeface="Overpass"/>
              </a:rPr>
              <a:t>{{S1_10}}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0094976"/>
            <a:ext cx="632764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188"/>
              </a:lnSpc>
            </a:pPr>
            <a:r>
              <a:rPr lang="pt-BR" sz="950" b="0">
                <a:solidFill>
                  <a:srgbClr val="FFFFFF"/>
                </a:solidFill>
                <a:latin typeface="Overpass"/>
              </a:rPr>
              <a:t>{{S1_11}}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ndo" descr="Foto abstrata de luz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384048"/>
            <a:ext cx="786333" cy="23774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FFC000"/>
                </a:solidFill>
                <a:latin typeface="Overpass"/>
              </a:rPr>
              <a:t>{{S2_3}}</a:t>
            </a:r>
          </a:p>
        </p:txBody>
      </p:sp>
      <p:pic>
        <p:nvPicPr>
          <p:cNvPr id="4" name="Logo EY" descr="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014" y="246888"/>
            <a:ext cx="482433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5532120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lang="pt-BR" sz="2400" b="1">
                <a:solidFill>
                  <a:srgbClr val="FFFFFF"/>
                </a:solidFill>
                <a:latin typeface="Overpass"/>
              </a:rPr>
              <a:t>{{S2_5}}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099048"/>
            <a:ext cx="6144768" cy="2689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428"/>
              </a:lnSpc>
              <a:spcAft>
                <a:spcPts val="600"/>
              </a:spcAft>
            </a:pPr>
            <a:r>
              <a:rPr lang="pt-BR" sz="1050" b="0">
                <a:solidFill>
                  <a:srgbClr val="FFFFFF"/>
                </a:solidFill>
                <a:latin typeface="Overpass"/>
              </a:rPr>
              <a:t>{{S2_6}}</a:t>
            </a:r>
          </a:p>
        </p:txBody>
      </p:sp>
      <p:pic>
        <p:nvPicPr>
          <p:cNvPr id="7" name="Ícone documento" descr="documen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9035796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71016" y="9026652"/>
            <a:ext cx="148437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lang="pt-BR" sz="950" b="1">
                <a:solidFill>
                  <a:srgbClr val="FFFFFF"/>
                </a:solidFill>
                <a:latin typeface="Overpass"/>
              </a:rPr>
              <a:t>{{S2_8}}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1016" y="9209532"/>
            <a:ext cx="143865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60"/>
              </a:lnSpc>
            </a:pPr>
            <a:r>
              <a:rPr lang="pt-BR" sz="800" b="0">
                <a:solidFill>
                  <a:srgbClr val="FFFFFF"/>
                </a:solidFill>
                <a:latin typeface="Overpass"/>
              </a:rPr>
              <a:t>{{S2_9}}</a:t>
            </a:r>
          </a:p>
        </p:txBody>
      </p:sp>
      <p:pic>
        <p:nvPicPr>
          <p:cNvPr id="10" name="Ícone busca" descr="busc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0256" y="9035796"/>
            <a:ext cx="310896" cy="310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12592" y="9026652"/>
            <a:ext cx="148437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lang="pt-BR" sz="950" b="1">
                <a:solidFill>
                  <a:srgbClr val="FFFFFF"/>
                </a:solidFill>
                <a:latin typeface="Overpass"/>
              </a:rPr>
              <a:t>{{S2_11}}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2592" y="9209532"/>
            <a:ext cx="143865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60"/>
              </a:lnSpc>
            </a:pPr>
            <a:r>
              <a:rPr lang="pt-BR" sz="800" b="0">
                <a:solidFill>
                  <a:srgbClr val="FFFFFF"/>
                </a:solidFill>
                <a:latin typeface="Overpass"/>
              </a:rPr>
              <a:t>{{S2_12}}</a:t>
            </a:r>
          </a:p>
        </p:txBody>
      </p:sp>
      <p:pic>
        <p:nvPicPr>
          <p:cNvPr id="13" name="Ícone escudo" descr="escud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1832" y="9035796"/>
            <a:ext cx="310896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54168" y="9026652"/>
            <a:ext cx="148437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lang="pt-BR" sz="950" b="1">
                <a:solidFill>
                  <a:srgbClr val="FFFFFF"/>
                </a:solidFill>
                <a:latin typeface="Overpass"/>
              </a:rPr>
              <a:t>{{S2_14}}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4168" y="9209532"/>
            <a:ext cx="143865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60"/>
              </a:lnSpc>
            </a:pPr>
            <a:r>
              <a:rPr lang="pt-BR" sz="800" b="0">
                <a:solidFill>
                  <a:srgbClr val="FFFFFF"/>
                </a:solidFill>
                <a:latin typeface="Overpass"/>
              </a:rPr>
              <a:t>{{S2_15}}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9710928"/>
            <a:ext cx="58521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10"/>
              </a:lnSpc>
            </a:pPr>
            <a:r>
              <a:rPr lang="pt-BR" sz="700" b="0">
                <a:solidFill>
                  <a:srgbClr val="FFFFFF"/>
                </a:solidFill>
                <a:latin typeface="Overpass"/>
              </a:rPr>
              <a:t>{{S2_16}}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384048"/>
            <a:ext cx="786333" cy="23774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FFC000"/>
                </a:solidFill>
                <a:latin typeface="Overpass"/>
              </a:rPr>
              <a:t>{{S3_2}}</a:t>
            </a:r>
          </a:p>
        </p:txBody>
      </p:sp>
      <p:pic>
        <p:nvPicPr>
          <p:cNvPr id="3" name="Logo EY" descr="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014" y="246888"/>
            <a:ext cx="482433" cy="56692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685800" y="10058400"/>
            <a:ext cx="6327648" cy="0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685800" y="10131552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11"/>
              </a:lnSpc>
            </a:pPr>
            <a:r>
              <a:rPr lang="pt-BR" sz="650" b="0">
                <a:solidFill>
                  <a:srgbClr val="1A1A24"/>
                </a:solidFill>
                <a:latin typeface="Overpass"/>
              </a:rPr>
              <a:t>{{S3_5}}</a:t>
            </a:r>
          </a:p>
        </p:txBody>
      </p:sp>
      <p:sp>
        <p:nvSpPr>
          <p:cNvPr id="6" name="Rectangle 5"/>
          <p:cNvSpPr/>
          <p:nvPr/>
        </p:nvSpPr>
        <p:spPr>
          <a:xfrm>
            <a:off x="6775704" y="10113264"/>
            <a:ext cx="237744" cy="21945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{{S3_6}}</a:t>
            </a:r>
          </a:p>
        </p:txBody>
      </p:sp>
      <p:pic>
        <p:nvPicPr>
          <p:cNvPr id="7" name="Faix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8840"/>
            <a:ext cx="457200" cy="6035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1115568"/>
            <a:ext cx="614476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50"/>
              </a:lnSpc>
            </a:pPr>
            <a:r>
              <a:rPr lang="pt-BR" sz="3400" b="1">
                <a:solidFill>
                  <a:srgbClr val="1A1A24"/>
                </a:solidFill>
                <a:latin typeface="Overpass"/>
              </a:rPr>
              <a:t>{{S3_8}}</a:t>
            </a:r>
          </a:p>
        </p:txBody>
      </p:sp>
      <p:sp>
        <p:nvSpPr>
          <p:cNvPr id="5017" name="Rectangle 14"/>
          <p:cNvSpPr/>
          <p:nvPr/>
        </p:nvSpPr>
        <p:spPr>
          <a:xfrm>
            <a:off x="868680" y="1874519"/>
            <a:ext cx="6144768" cy="122529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18" name="Rectangle 15"/>
          <p:cNvSpPr/>
          <p:nvPr/>
        </p:nvSpPr>
        <p:spPr>
          <a:xfrm>
            <a:off x="868680" y="1874519"/>
            <a:ext cx="54864" cy="122529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19" name="TextBox 16"/>
          <p:cNvSpPr txBox="1"/>
          <p:nvPr/>
        </p:nvSpPr>
        <p:spPr>
          <a:xfrm>
            <a:off x="1051560" y="2039112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38"/>
              </a:lnSpc>
            </a:pPr>
            <a:r>
              <a:rPr lang="pt-BR" sz="750" b="1" spc="100">
                <a:solidFill>
                  <a:srgbClr val="FFE600"/>
                </a:solidFill>
                <a:latin typeface="Overpass"/>
              </a:rPr>
              <a:t>{{S3_5019}}</a:t>
            </a:r>
          </a:p>
        </p:txBody>
      </p:sp>
      <p:sp>
        <p:nvSpPr>
          <p:cNvPr id="5020" name="TextBox 16"/>
          <p:cNvSpPr txBox="1"/>
          <p:nvPr/>
        </p:nvSpPr>
        <p:spPr>
          <a:xfrm>
            <a:off x="1051560" y="2240279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23"/>
              </a:lnSpc>
            </a:pPr>
            <a:r>
              <a:rPr lang="pt-BR" sz="2400" b="1">
                <a:solidFill>
                  <a:srgbClr val="FF9831"/>
                </a:solidFill>
                <a:latin typeface="Overpass"/>
              </a:rPr>
              <a:t>{{S3_5020}}</a:t>
            </a:r>
          </a:p>
        </p:txBody>
      </p:sp>
      <p:sp>
        <p:nvSpPr>
          <p:cNvPr id="5021" name="Rectangle 14"/>
          <p:cNvSpPr/>
          <p:nvPr/>
        </p:nvSpPr>
        <p:spPr>
          <a:xfrm>
            <a:off x="1051560" y="2752344"/>
            <a:ext cx="374904" cy="64008"/>
          </a:xfrm>
          <a:prstGeom prst="rect">
            <a:avLst/>
          </a:prstGeom>
          <a:solidFill>
            <a:srgbClr val="FF98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22" name="TextBox 50"/>
          <p:cNvSpPr txBox="1"/>
          <p:nvPr/>
        </p:nvSpPr>
        <p:spPr>
          <a:xfrm>
            <a:off x="1051560" y="2862072"/>
            <a:ext cx="374904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688"/>
              </a:lnSpc>
            </a:pPr>
            <a:r>
              <a:rPr lang="pt-BR" sz="550" b="0">
                <a:solidFill>
                  <a:srgbClr val="9A9AA6"/>
                </a:solidFill>
                <a:latin typeface="Overpass"/>
              </a:rPr>
              <a:t>{{S3_5022}}</a:t>
            </a:r>
          </a:p>
        </p:txBody>
      </p:sp>
      <p:sp>
        <p:nvSpPr>
          <p:cNvPr id="5023" name="Rectangle 14"/>
          <p:cNvSpPr/>
          <p:nvPr/>
        </p:nvSpPr>
        <p:spPr>
          <a:xfrm>
            <a:off x="1463039" y="2752344"/>
            <a:ext cx="374904" cy="64008"/>
          </a:xfrm>
          <a:prstGeom prst="rect">
            <a:avLst/>
          </a:prstGeom>
          <a:solidFill>
            <a:srgbClr val="FF98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24" name="TextBox 50"/>
          <p:cNvSpPr txBox="1"/>
          <p:nvPr/>
        </p:nvSpPr>
        <p:spPr>
          <a:xfrm>
            <a:off x="1463039" y="2862072"/>
            <a:ext cx="374904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688"/>
              </a:lnSpc>
            </a:pPr>
            <a:r>
              <a:rPr lang="pt-BR" sz="550" b="0">
                <a:solidFill>
                  <a:srgbClr val="9A9AA6"/>
                </a:solidFill>
                <a:latin typeface="Overpass"/>
              </a:rPr>
              <a:t>{{S3_5024}}</a:t>
            </a:r>
          </a:p>
        </p:txBody>
      </p:sp>
      <p:sp>
        <p:nvSpPr>
          <p:cNvPr id="5025" name="Rectangle 14"/>
          <p:cNvSpPr/>
          <p:nvPr/>
        </p:nvSpPr>
        <p:spPr>
          <a:xfrm>
            <a:off x="1874519" y="2752344"/>
            <a:ext cx="374904" cy="64008"/>
          </a:xfrm>
          <a:prstGeom prst="rect">
            <a:avLst/>
          </a:prstGeom>
          <a:solidFill>
            <a:srgbClr val="FF98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26" name="TextBox 50"/>
          <p:cNvSpPr txBox="1"/>
          <p:nvPr/>
        </p:nvSpPr>
        <p:spPr>
          <a:xfrm>
            <a:off x="1874519" y="2862072"/>
            <a:ext cx="374904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688"/>
              </a:lnSpc>
            </a:pPr>
            <a:r>
              <a:rPr lang="pt-BR" sz="550" b="1">
                <a:solidFill>
                  <a:srgbClr val="FFFFFF"/>
                </a:solidFill>
                <a:latin typeface="Overpass"/>
              </a:rPr>
              <a:t>{{S3_5026}}</a:t>
            </a:r>
          </a:p>
        </p:txBody>
      </p:sp>
      <p:sp>
        <p:nvSpPr>
          <p:cNvPr id="5027" name="Rectangle 14"/>
          <p:cNvSpPr/>
          <p:nvPr/>
        </p:nvSpPr>
        <p:spPr>
          <a:xfrm>
            <a:off x="2286000" y="2752344"/>
            <a:ext cx="374904" cy="64008"/>
          </a:xfrm>
          <a:prstGeom prst="rect">
            <a:avLst/>
          </a:prstGeom>
          <a:solidFill>
            <a:srgbClr val="4A4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28" name="TextBox 50"/>
          <p:cNvSpPr txBox="1"/>
          <p:nvPr/>
        </p:nvSpPr>
        <p:spPr>
          <a:xfrm>
            <a:off x="2286000" y="2862072"/>
            <a:ext cx="374904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688"/>
              </a:lnSpc>
            </a:pPr>
            <a:r>
              <a:rPr lang="pt-BR" sz="550" b="0">
                <a:solidFill>
                  <a:srgbClr val="9A9AA6"/>
                </a:solidFill>
                <a:latin typeface="Overpass"/>
              </a:rPr>
              <a:t>{{S3_5028}}</a:t>
            </a:r>
          </a:p>
        </p:txBody>
      </p:sp>
      <p:cxnSp>
        <p:nvCxnSpPr>
          <p:cNvPr id="5029" name="Connector 29"/>
          <p:cNvCxnSpPr/>
          <p:nvPr/>
        </p:nvCxnSpPr>
        <p:spPr>
          <a:xfrm>
            <a:off x="2788920" y="2039112"/>
            <a:ext cx="0" cy="896112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030" name="TextBox 16"/>
          <p:cNvSpPr txBox="1"/>
          <p:nvPr/>
        </p:nvSpPr>
        <p:spPr>
          <a:xfrm>
            <a:off x="2926080" y="2020824"/>
            <a:ext cx="3931920" cy="6718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323"/>
              </a:lnSpc>
            </a:pPr>
            <a:r>
              <a:rPr lang="pt-BR" sz="1050" b="0">
                <a:solidFill>
                  <a:srgbClr val="FFFFFF"/>
                </a:solidFill>
                <a:latin typeface="Overpass"/>
              </a:rPr>
              <a:t>{{S3_5030}}</a:t>
            </a:r>
          </a:p>
        </p:txBody>
      </p:sp>
      <p:sp>
        <p:nvSpPr>
          <p:cNvPr id="5031" name="TextBox 16"/>
          <p:cNvSpPr txBox="1"/>
          <p:nvPr/>
        </p:nvSpPr>
        <p:spPr>
          <a:xfrm>
            <a:off x="2926080" y="2642615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982"/>
              </a:lnSpc>
            </a:pPr>
            <a:r>
              <a:rPr lang="pt-BR" sz="780" b="0">
                <a:solidFill>
                  <a:srgbClr val="CFCFD8"/>
                </a:solidFill>
                <a:latin typeface="Overpass"/>
              </a:rPr>
              <a:t>{{S3_5031}}</a:t>
            </a:r>
          </a:p>
        </p:txBody>
      </p:sp>
      <p:sp>
        <p:nvSpPr>
          <p:cNvPr id="5032" name="TextBox 13"/>
          <p:cNvSpPr txBox="1"/>
          <p:nvPr/>
        </p:nvSpPr>
        <p:spPr>
          <a:xfrm>
            <a:off x="868680" y="3374135"/>
            <a:ext cx="61447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pt-BR" sz="1300" b="1">
                <a:solidFill>
                  <a:srgbClr val="1A1A24"/>
                </a:solidFill>
                <a:latin typeface="Overpass"/>
              </a:rPr>
              <a:t>{{S3_5032}}</a:t>
            </a:r>
          </a:p>
        </p:txBody>
      </p:sp>
      <p:sp>
        <p:nvSpPr>
          <p:cNvPr id="5033" name="TextBox 13"/>
          <p:cNvSpPr txBox="1"/>
          <p:nvPr/>
        </p:nvSpPr>
        <p:spPr>
          <a:xfrm>
            <a:off x="5600700" y="3374135"/>
            <a:ext cx="14127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pt-BR" sz="1300" b="1">
                <a:solidFill>
                  <a:srgbClr val="1A1A24"/>
                </a:solidFill>
                <a:latin typeface="Overpass"/>
              </a:rPr>
              <a:t>{{S3_5033}}</a:t>
            </a:r>
          </a:p>
        </p:txBody>
      </p:sp>
      <p:sp>
        <p:nvSpPr>
          <p:cNvPr id="5034" name="Rectangle 17"/>
          <p:cNvSpPr/>
          <p:nvPr/>
        </p:nvSpPr>
        <p:spPr>
          <a:xfrm>
            <a:off x="868680" y="3739896"/>
            <a:ext cx="1412748" cy="1097280"/>
          </a:xfrm>
          <a:prstGeom prst="rect">
            <a:avLst/>
          </a:prstGeom>
          <a:solidFill>
            <a:srgbClr val="F4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35" name="TextBox 18"/>
          <p:cNvSpPr txBox="1"/>
          <p:nvPr/>
        </p:nvSpPr>
        <p:spPr>
          <a:xfrm>
            <a:off x="996695" y="3831335"/>
            <a:ext cx="119329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00"/>
              </a:lnSpc>
            </a:pPr>
            <a:r>
              <a:rPr lang="pt-BR" sz="2400" b="1">
                <a:solidFill>
                  <a:srgbClr val="1A1A24"/>
                </a:solidFill>
                <a:latin typeface="Overpass"/>
              </a:rPr>
              <a:t>{{S3_5035}}</a:t>
            </a:r>
          </a:p>
        </p:txBody>
      </p:sp>
      <p:sp>
        <p:nvSpPr>
          <p:cNvPr id="5036" name="TextBox 16"/>
          <p:cNvSpPr txBox="1"/>
          <p:nvPr/>
        </p:nvSpPr>
        <p:spPr>
          <a:xfrm>
            <a:off x="996695" y="4251960"/>
            <a:ext cx="1193292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83"/>
              </a:lnSpc>
            </a:pPr>
            <a:r>
              <a:rPr lang="pt-BR" sz="860" b="0">
                <a:solidFill>
                  <a:srgbClr val="1A1A24"/>
                </a:solidFill>
                <a:latin typeface="Overpass"/>
              </a:rPr>
              <a:t>{{S3_5036}}</a:t>
            </a:r>
          </a:p>
        </p:txBody>
      </p:sp>
      <p:sp>
        <p:nvSpPr>
          <p:cNvPr id="5037" name="Rectangle 17"/>
          <p:cNvSpPr/>
          <p:nvPr/>
        </p:nvSpPr>
        <p:spPr>
          <a:xfrm>
            <a:off x="2363724" y="3739896"/>
            <a:ext cx="1412748" cy="1097280"/>
          </a:xfrm>
          <a:prstGeom prst="rect">
            <a:avLst/>
          </a:prstGeom>
          <a:solidFill>
            <a:srgbClr val="F4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38" name="TextBox 18"/>
          <p:cNvSpPr txBox="1"/>
          <p:nvPr/>
        </p:nvSpPr>
        <p:spPr>
          <a:xfrm>
            <a:off x="2491740" y="3831335"/>
            <a:ext cx="119329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00"/>
              </a:lnSpc>
            </a:pPr>
            <a:r>
              <a:rPr lang="pt-BR" sz="2400" b="1">
                <a:solidFill>
                  <a:srgbClr val="1A1A24"/>
                </a:solidFill>
                <a:latin typeface="Overpass"/>
              </a:rPr>
              <a:t>{{S3_5038}}</a:t>
            </a:r>
          </a:p>
        </p:txBody>
      </p:sp>
      <p:sp>
        <p:nvSpPr>
          <p:cNvPr id="5039" name="TextBox 16"/>
          <p:cNvSpPr txBox="1"/>
          <p:nvPr/>
        </p:nvSpPr>
        <p:spPr>
          <a:xfrm>
            <a:off x="2491740" y="4251960"/>
            <a:ext cx="1193292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83"/>
              </a:lnSpc>
            </a:pPr>
            <a:r>
              <a:rPr lang="pt-BR" sz="860" b="0">
                <a:solidFill>
                  <a:srgbClr val="1A1A24"/>
                </a:solidFill>
                <a:latin typeface="Overpass"/>
              </a:rPr>
              <a:t>{{S3_5039}}</a:t>
            </a:r>
          </a:p>
        </p:txBody>
      </p:sp>
      <p:sp>
        <p:nvSpPr>
          <p:cNvPr id="5040" name="Rectangle 17"/>
          <p:cNvSpPr/>
          <p:nvPr/>
        </p:nvSpPr>
        <p:spPr>
          <a:xfrm>
            <a:off x="3858768" y="3739896"/>
            <a:ext cx="1412748" cy="1097280"/>
          </a:xfrm>
          <a:prstGeom prst="rect">
            <a:avLst/>
          </a:prstGeom>
          <a:solidFill>
            <a:srgbClr val="F4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41" name="TextBox 18"/>
          <p:cNvSpPr txBox="1"/>
          <p:nvPr/>
        </p:nvSpPr>
        <p:spPr>
          <a:xfrm>
            <a:off x="3986783" y="3831335"/>
            <a:ext cx="119329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00"/>
              </a:lnSpc>
            </a:pPr>
            <a:r>
              <a:rPr lang="pt-BR" sz="2400" b="1">
                <a:solidFill>
                  <a:srgbClr val="1A1A24"/>
                </a:solidFill>
                <a:latin typeface="Overpass"/>
              </a:rPr>
              <a:t>{{S3_5041}}</a:t>
            </a:r>
          </a:p>
        </p:txBody>
      </p:sp>
      <p:sp>
        <p:nvSpPr>
          <p:cNvPr id="5042" name="TextBox 16"/>
          <p:cNvSpPr txBox="1"/>
          <p:nvPr/>
        </p:nvSpPr>
        <p:spPr>
          <a:xfrm>
            <a:off x="3986783" y="4251960"/>
            <a:ext cx="1193292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83"/>
              </a:lnSpc>
            </a:pPr>
            <a:r>
              <a:rPr lang="pt-BR" sz="860" b="0">
                <a:solidFill>
                  <a:srgbClr val="1A1A24"/>
                </a:solidFill>
                <a:latin typeface="Overpass"/>
              </a:rPr>
              <a:t>{{S3_5042}}</a:t>
            </a:r>
          </a:p>
        </p:txBody>
      </p:sp>
      <p:cxnSp>
        <p:nvCxnSpPr>
          <p:cNvPr id="5043" name="Connector 29"/>
          <p:cNvCxnSpPr/>
          <p:nvPr/>
        </p:nvCxnSpPr>
        <p:spPr>
          <a:xfrm>
            <a:off x="5436108" y="3739896"/>
            <a:ext cx="0" cy="1097280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044" name="Rectangle 17"/>
          <p:cNvSpPr/>
          <p:nvPr/>
        </p:nvSpPr>
        <p:spPr>
          <a:xfrm>
            <a:off x="5600700" y="3739896"/>
            <a:ext cx="1412748" cy="1097280"/>
          </a:xfrm>
          <a:prstGeom prst="rect">
            <a:avLst/>
          </a:prstGeom>
          <a:solidFill>
            <a:srgbClr val="FFF8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45" name="TextBox 16"/>
          <p:cNvSpPr txBox="1"/>
          <p:nvPr/>
        </p:nvSpPr>
        <p:spPr>
          <a:xfrm>
            <a:off x="5728716" y="3831335"/>
            <a:ext cx="1229868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13"/>
              </a:lnSpc>
            </a:pPr>
            <a:r>
              <a:rPr lang="pt-BR" sz="650" b="1" spc="100">
                <a:solidFill>
                  <a:srgbClr val="1A1A24"/>
                </a:solidFill>
                <a:latin typeface="Overpass"/>
              </a:rPr>
              <a:t>{{S3_5045}}</a:t>
            </a:r>
          </a:p>
        </p:txBody>
      </p:sp>
      <p:sp>
        <p:nvSpPr>
          <p:cNvPr id="5046" name="TextBox 18"/>
          <p:cNvSpPr txBox="1"/>
          <p:nvPr/>
        </p:nvSpPr>
        <p:spPr>
          <a:xfrm>
            <a:off x="5728716" y="3959352"/>
            <a:ext cx="11932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00"/>
              </a:lnSpc>
            </a:pPr>
            <a:r>
              <a:rPr lang="pt-BR" sz="1700" b="1">
                <a:solidFill>
                  <a:srgbClr val="1A1A24"/>
                </a:solidFill>
                <a:latin typeface="Overpass"/>
              </a:rPr>
              <a:t>{{S3_5046}}</a:t>
            </a:r>
          </a:p>
        </p:txBody>
      </p:sp>
      <p:sp>
        <p:nvSpPr>
          <p:cNvPr id="5047" name="TextBox 16"/>
          <p:cNvSpPr txBox="1"/>
          <p:nvPr/>
        </p:nvSpPr>
        <p:spPr>
          <a:xfrm>
            <a:off x="5728716" y="4306824"/>
            <a:ext cx="1193292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08"/>
              </a:lnSpc>
            </a:pPr>
            <a:r>
              <a:rPr lang="pt-BR" sz="800" b="0">
                <a:solidFill>
                  <a:srgbClr val="1A1A24"/>
                </a:solidFill>
                <a:latin typeface="Overpass"/>
              </a:rPr>
              <a:t>{{S3_5047}}</a:t>
            </a:r>
          </a:p>
        </p:txBody>
      </p:sp>
      <p:sp>
        <p:nvSpPr>
          <p:cNvPr id="5048" name="TextBox 13"/>
          <p:cNvSpPr txBox="1"/>
          <p:nvPr/>
        </p:nvSpPr>
        <p:spPr>
          <a:xfrm>
            <a:off x="868680" y="5093208"/>
            <a:ext cx="61447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lang="pt-BR" sz="1300" b="1">
                <a:solidFill>
                  <a:srgbClr val="1A1A24"/>
                </a:solidFill>
                <a:latin typeface="Overpass"/>
              </a:rPr>
              <a:t>{{S3_5048}}</a:t>
            </a:r>
          </a:p>
        </p:txBody>
      </p:sp>
      <p:sp>
        <p:nvSpPr>
          <p:cNvPr id="5049" name="TextBox 16"/>
          <p:cNvSpPr txBox="1"/>
          <p:nvPr/>
        </p:nvSpPr>
        <p:spPr>
          <a:xfrm>
            <a:off x="868680" y="5477256"/>
            <a:ext cx="6144768" cy="43982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indent="320040" algn="just">
              <a:lnSpc>
                <a:spcPts val="1260"/>
              </a:lnSpc>
              <a:spcAft>
                <a:spcPts val="800"/>
              </a:spcAft>
            </a:pPr>
            <a:r>
              <a:rPr lang="pt-BR" sz="1100">
                <a:solidFill>
                  <a:srgbClr val="1A1A24"/>
                </a:solidFill>
                <a:latin typeface="Overpass"/>
              </a:rPr>
              <a:t>{{S3_5049}}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384048"/>
            <a:ext cx="786333" cy="23774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FFC000"/>
                </a:solidFill>
                <a:latin typeface="Overpass"/>
              </a:rPr>
              <a:t>{{S4_2}}</a:t>
            </a:r>
          </a:p>
        </p:txBody>
      </p:sp>
      <p:pic>
        <p:nvPicPr>
          <p:cNvPr id="3" name="Logo EY" descr="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014" y="246888"/>
            <a:ext cx="482433" cy="56692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685800" y="10058400"/>
            <a:ext cx="6327648" cy="0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685800" y="10131552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11"/>
              </a:lnSpc>
            </a:pPr>
            <a:r>
              <a:rPr lang="pt-BR" sz="650" b="0">
                <a:solidFill>
                  <a:srgbClr val="1A1A24"/>
                </a:solidFill>
                <a:latin typeface="Overpass"/>
              </a:rPr>
              <a:t>{{S4_5}}</a:t>
            </a:r>
          </a:p>
        </p:txBody>
      </p:sp>
      <p:sp>
        <p:nvSpPr>
          <p:cNvPr id="6" name="Rectangle 5"/>
          <p:cNvSpPr/>
          <p:nvPr/>
        </p:nvSpPr>
        <p:spPr>
          <a:xfrm>
            <a:off x="6775704" y="10113264"/>
            <a:ext cx="237744" cy="21945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{{S4_6}}</a:t>
            </a:r>
          </a:p>
        </p:txBody>
      </p:sp>
      <p:pic>
        <p:nvPicPr>
          <p:cNvPr id="7" name="Faix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840480"/>
            <a:ext cx="457200" cy="6400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14300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00"/>
              </a:lnSpc>
            </a:pPr>
            <a:r>
              <a:rPr lang="pt-BR" sz="3200" b="1">
                <a:solidFill>
                  <a:srgbClr val="1A1A24"/>
                </a:solidFill>
                <a:latin typeface="Overpass"/>
              </a:rPr>
              <a:t>{{S4_8}}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011680"/>
            <a:ext cx="402336" cy="31089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1430"/>
              </a:lnSpc>
            </a:pPr>
            <a:r>
              <a:rPr lang="pt-BR" sz="1300" b="1">
                <a:solidFill>
                  <a:srgbClr val="1A1A24"/>
                </a:solidFill>
                <a:latin typeface="Overpass"/>
              </a:rPr>
              <a:t>{{S4_9}}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029968"/>
            <a:ext cx="477316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lang="pt-BR" sz="1400" b="1">
                <a:solidFill>
                  <a:srgbClr val="1A1A24"/>
                </a:solidFill>
                <a:latin typeface="Overpass"/>
              </a:rPr>
              <a:t>{{S4_10}}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8" y="2048256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375"/>
              </a:lnSpc>
            </a:pPr>
            <a:r>
              <a:rPr lang="pt-BR" sz="1100" b="1">
                <a:solidFill>
                  <a:srgbClr val="1A1A24"/>
                </a:solidFill>
                <a:latin typeface="Overpass"/>
              </a:rPr>
              <a:t>{{S4_11}}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340864"/>
            <a:ext cx="477316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19"/>
              </a:lnSpc>
            </a:pPr>
            <a:r>
              <a:rPr lang="pt-BR" sz="850" b="0">
                <a:solidFill>
                  <a:srgbClr val="1A1A24"/>
                </a:solidFill>
                <a:latin typeface="Overpass"/>
              </a:rPr>
              <a:t>{{S4_12}}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2743200"/>
            <a:ext cx="5641848" cy="0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14" name="Rectangle 13"/>
          <p:cNvSpPr/>
          <p:nvPr/>
        </p:nvSpPr>
        <p:spPr>
          <a:xfrm>
            <a:off x="685800" y="2907792"/>
            <a:ext cx="402336" cy="31089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1430"/>
              </a:lnSpc>
            </a:pPr>
            <a:r>
              <a:rPr lang="pt-BR" sz="1300" b="1">
                <a:solidFill>
                  <a:srgbClr val="1A1A24"/>
                </a:solidFill>
                <a:latin typeface="Overpass"/>
              </a:rPr>
              <a:t>{{S4_14}}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926080"/>
            <a:ext cx="477316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lang="pt-BR" sz="1400" b="1">
                <a:solidFill>
                  <a:srgbClr val="1A1A24"/>
                </a:solidFill>
                <a:latin typeface="Overpass"/>
              </a:rPr>
              <a:t>{{S4_15}}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8" y="294436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375"/>
              </a:lnSpc>
            </a:pPr>
            <a:r>
              <a:rPr lang="pt-BR" sz="1100" b="1">
                <a:solidFill>
                  <a:srgbClr val="1A1A24"/>
                </a:solidFill>
                <a:latin typeface="Overpass"/>
              </a:rPr>
              <a:t>{{S4_16}}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36976"/>
            <a:ext cx="477316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19"/>
              </a:lnSpc>
            </a:pPr>
            <a:r>
              <a:rPr lang="pt-BR" sz="850" b="0">
                <a:solidFill>
                  <a:srgbClr val="1A1A24"/>
                </a:solidFill>
                <a:latin typeface="Overpass"/>
              </a:rPr>
              <a:t>{{S4_17}}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3639312"/>
            <a:ext cx="5641848" cy="0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685800" y="3803904"/>
            <a:ext cx="402336" cy="31089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1430"/>
              </a:lnSpc>
            </a:pPr>
            <a:r>
              <a:rPr lang="pt-BR" sz="1300" b="1">
                <a:solidFill>
                  <a:srgbClr val="1A1A24"/>
                </a:solidFill>
                <a:latin typeface="Overpass"/>
              </a:rPr>
              <a:t>{{S4_19}}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822191"/>
            <a:ext cx="477316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lang="pt-BR" sz="1400" b="1">
                <a:solidFill>
                  <a:srgbClr val="1A1A24"/>
                </a:solidFill>
                <a:latin typeface="Overpass"/>
              </a:rPr>
              <a:t>{{S4_20}}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48" y="38404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375"/>
              </a:lnSpc>
            </a:pPr>
            <a:r>
              <a:rPr lang="pt-BR" sz="1100" b="1">
                <a:solidFill>
                  <a:srgbClr val="1A1A24"/>
                </a:solidFill>
                <a:latin typeface="Overpass"/>
              </a:rPr>
              <a:t>{{S4_21}}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133088"/>
            <a:ext cx="477316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19"/>
              </a:lnSpc>
            </a:pPr>
            <a:r>
              <a:rPr lang="pt-BR" sz="850" b="0">
                <a:solidFill>
                  <a:srgbClr val="1A1A24"/>
                </a:solidFill>
                <a:latin typeface="Overpass"/>
              </a:rPr>
              <a:t>{{S4_22}}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4535424"/>
            <a:ext cx="5641848" cy="0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24" name="Rectangle 23"/>
          <p:cNvSpPr/>
          <p:nvPr/>
        </p:nvSpPr>
        <p:spPr>
          <a:xfrm>
            <a:off x="685800" y="4700016"/>
            <a:ext cx="402336" cy="31089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1430"/>
              </a:lnSpc>
            </a:pPr>
            <a:r>
              <a:rPr lang="pt-BR" sz="1300" b="1">
                <a:solidFill>
                  <a:srgbClr val="1A1A24"/>
                </a:solidFill>
                <a:latin typeface="Overpass"/>
              </a:rPr>
              <a:t>{{S4_24}}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718304"/>
            <a:ext cx="477316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lang="pt-BR" sz="1400" b="1">
                <a:solidFill>
                  <a:srgbClr val="1A1A24"/>
                </a:solidFill>
                <a:latin typeface="Overpass"/>
              </a:rPr>
              <a:t>{{S4_25}}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8" y="473659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375"/>
              </a:lnSpc>
            </a:pPr>
            <a:r>
              <a:rPr lang="pt-BR" sz="1100" b="1">
                <a:solidFill>
                  <a:srgbClr val="1A1A24"/>
                </a:solidFill>
                <a:latin typeface="Overpass"/>
              </a:rPr>
              <a:t>{{S4_26}}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029200"/>
            <a:ext cx="477316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19"/>
              </a:lnSpc>
            </a:pPr>
            <a:r>
              <a:rPr lang="pt-BR" sz="850" b="0">
                <a:solidFill>
                  <a:srgbClr val="1A1A24"/>
                </a:solidFill>
                <a:latin typeface="Overpass"/>
              </a:rPr>
              <a:t>{{S4_27}}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" y="5431536"/>
            <a:ext cx="5641848" cy="0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34" name="Rectangle 33"/>
          <p:cNvSpPr/>
          <p:nvPr/>
        </p:nvSpPr>
        <p:spPr>
          <a:xfrm>
            <a:off x="685800" y="5596127"/>
            <a:ext cx="402336" cy="31089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1430"/>
              </a:lnSpc>
            </a:pPr>
            <a:r>
              <a:rPr lang="pt-BR" sz="1300" b="1">
                <a:solidFill>
                  <a:srgbClr val="1A1A24"/>
                </a:solidFill>
                <a:latin typeface="Overpass"/>
              </a:rPr>
              <a:t>{{S4_34}}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5614416"/>
            <a:ext cx="477316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lang="pt-BR" sz="1400" b="1">
                <a:solidFill>
                  <a:srgbClr val="1A1A24"/>
                </a:solidFill>
                <a:latin typeface="Overpass"/>
              </a:rPr>
              <a:t>{{S4_35}}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9048" y="5632704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375"/>
              </a:lnSpc>
            </a:pPr>
            <a:r>
              <a:rPr lang="pt-BR" sz="1100" b="1">
                <a:solidFill>
                  <a:srgbClr val="1A1A24"/>
                </a:solidFill>
                <a:latin typeface="Overpass"/>
              </a:rPr>
              <a:t>{{S4_36}}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5925312"/>
            <a:ext cx="477316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19"/>
              </a:lnSpc>
            </a:pPr>
            <a:r>
              <a:rPr lang="pt-BR" sz="850" b="0">
                <a:solidFill>
                  <a:srgbClr val="1A1A24"/>
                </a:solidFill>
                <a:latin typeface="Overpass"/>
              </a:rPr>
              <a:t>{{S4_37}}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5800" y="6327648"/>
            <a:ext cx="5641848" cy="0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44" name="Rectangle 43"/>
          <p:cNvSpPr/>
          <p:nvPr/>
        </p:nvSpPr>
        <p:spPr>
          <a:xfrm>
            <a:off x="685800" y="6492240"/>
            <a:ext cx="402336" cy="31089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1430"/>
              </a:lnSpc>
            </a:pPr>
            <a:r>
              <a:rPr lang="pt-BR" sz="1300" b="1">
                <a:solidFill>
                  <a:srgbClr val="1A1A24"/>
                </a:solidFill>
                <a:latin typeface="Overpass"/>
              </a:rPr>
              <a:t>{{S4_44}}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34440" y="6510528"/>
            <a:ext cx="477316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lang="pt-BR" sz="1400" b="1">
                <a:solidFill>
                  <a:srgbClr val="1A1A24"/>
                </a:solidFill>
                <a:latin typeface="Overpass"/>
              </a:rPr>
              <a:t>{{S4_45}}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9048" y="6528816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375"/>
              </a:lnSpc>
            </a:pPr>
            <a:r>
              <a:rPr lang="pt-BR" sz="1100" b="1">
                <a:solidFill>
                  <a:srgbClr val="1A1A24"/>
                </a:solidFill>
                <a:latin typeface="Overpass"/>
              </a:rPr>
              <a:t>{{S4_46}}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34440" y="6821424"/>
            <a:ext cx="477316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19"/>
              </a:lnSpc>
            </a:pPr>
            <a:r>
              <a:rPr lang="pt-BR" sz="850" b="0">
                <a:solidFill>
                  <a:srgbClr val="1A1A24"/>
                </a:solidFill>
                <a:latin typeface="Overpass"/>
              </a:rPr>
              <a:t>{{S4_47}}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85800" y="7223759"/>
            <a:ext cx="5641848" cy="0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da seçã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03120"/>
            <a:ext cx="3566160" cy="8586216"/>
          </a:xfrm>
          <a:prstGeom prst="rect">
            <a:avLst/>
          </a:prstGeom>
        </p:spPr>
      </p:pic>
      <p:pic>
        <p:nvPicPr>
          <p:cNvPr id="3" name="Logo EY" descr="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014" y="246888"/>
            <a:ext cx="482433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 rot="16200000">
            <a:off x="-1150429" y="2201989"/>
            <a:ext cx="3855339" cy="5486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50"/>
              </a:lnSpc>
            </a:pPr>
            <a:r>
              <a:rPr lang="pt-BR" sz="3000" b="0">
                <a:solidFill>
                  <a:srgbClr val="FFFFFF"/>
                </a:solidFill>
                <a:latin typeface="Overpass"/>
              </a:rPr>
              <a:t>{{S5_4}}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4632579"/>
            <a:ext cx="0" cy="5014341"/>
          </a:xfrm>
          <a:prstGeom prst="line">
            <a:avLst/>
          </a:prstGeom>
          <a:ln w="6350">
            <a:solidFill>
              <a:srgbClr val="8A8A99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2788920" y="7269480"/>
            <a:ext cx="5120640" cy="411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000"/>
              </a:lnSpc>
            </a:pPr>
            <a:r>
              <a:rPr lang="pt-BR" sz="30000" b="1">
                <a:solidFill>
                  <a:srgbClr val="FFE600"/>
                </a:solidFill>
                <a:latin typeface="Overpass"/>
              </a:rPr>
              <a:t>{{S5_6}}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2331720"/>
            <a:ext cx="2944368" cy="21729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95"/>
              </a:lnSpc>
            </a:pPr>
            <a:r>
              <a:rPr lang="pt-BR" sz="1150" b="1">
                <a:solidFill>
                  <a:srgbClr val="FFFFFF"/>
                </a:solidFill>
                <a:latin typeface="Overpass"/>
              </a:rPr>
              <a:t>{{S5_7}}</a:t>
            </a:r>
          </a:p>
        </p:txBody>
      </p:sp>
      <p:pic>
        <p:nvPicPr>
          <p:cNvPr id="8" name="Ícone lista" descr="list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9710928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9756648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lang="pt-BR" sz="900" b="1">
                <a:solidFill>
                  <a:srgbClr val="FFFFFF"/>
                </a:solidFill>
                <a:latin typeface="Overpass"/>
              </a:rPr>
              <a:t>{{S5_9}}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750185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62"/>
              </a:lnSpc>
            </a:pPr>
            <a:r>
              <a:rPr lang="pt-BR" sz="850" b="1">
                <a:solidFill>
                  <a:srgbClr val="FFE600"/>
                </a:solidFill>
                <a:latin typeface="Overpass"/>
              </a:rPr>
              <a:t>{{S5_10}}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750185"/>
            <a:ext cx="2578608" cy="297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62"/>
              </a:lnSpc>
            </a:pPr>
            <a:r>
              <a:rPr lang="pt-BR" sz="850" b="0">
                <a:solidFill>
                  <a:srgbClr val="FFFFFF"/>
                </a:solidFill>
                <a:latin typeface="Overpass"/>
              </a:rPr>
              <a:t>{{S5_11}}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312978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62"/>
              </a:lnSpc>
            </a:pPr>
            <a:r>
              <a:rPr lang="pt-BR" sz="850" b="1">
                <a:solidFill>
                  <a:srgbClr val="FFE600"/>
                </a:solidFill>
                <a:latin typeface="Overpass"/>
              </a:rPr>
              <a:t>{{S5_12}}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129788"/>
            <a:ext cx="2578608" cy="297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62"/>
              </a:lnSpc>
            </a:pPr>
            <a:r>
              <a:rPr lang="pt-BR" sz="850" b="0">
                <a:solidFill>
                  <a:srgbClr val="FFFFFF"/>
                </a:solidFill>
                <a:latin typeface="Overpass"/>
              </a:rPr>
              <a:t>{{S5_13}}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3509391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62"/>
              </a:lnSpc>
            </a:pPr>
            <a:r>
              <a:rPr lang="pt-BR" sz="850" b="1">
                <a:solidFill>
                  <a:srgbClr val="FFE600"/>
                </a:solidFill>
                <a:latin typeface="Overpass"/>
              </a:rPr>
              <a:t>{{S5_14}}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509391"/>
            <a:ext cx="2578608" cy="297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62"/>
              </a:lnSpc>
            </a:pPr>
            <a:r>
              <a:rPr lang="pt-BR" sz="850" b="0">
                <a:solidFill>
                  <a:srgbClr val="FFFFFF"/>
                </a:solidFill>
                <a:latin typeface="Overpass"/>
              </a:rPr>
              <a:t>{{S5_15}}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888993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62"/>
              </a:lnSpc>
            </a:pPr>
            <a:r>
              <a:rPr lang="pt-BR" sz="850" b="1">
                <a:solidFill>
                  <a:srgbClr val="FFE600"/>
                </a:solidFill>
                <a:latin typeface="Overpass"/>
              </a:rPr>
              <a:t>{{S5_16}}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888993"/>
            <a:ext cx="2578608" cy="297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62"/>
              </a:lnSpc>
            </a:pPr>
            <a:r>
              <a:rPr lang="pt-BR" sz="850" b="0">
                <a:solidFill>
                  <a:srgbClr val="FFFFFF"/>
                </a:solidFill>
                <a:latin typeface="Overpass"/>
              </a:rPr>
              <a:t>{{S5_17}}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4268596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62"/>
              </a:lnSpc>
            </a:pPr>
            <a:r>
              <a:rPr lang="pt-BR" sz="850" b="1">
                <a:solidFill>
                  <a:srgbClr val="FFE600"/>
                </a:solidFill>
                <a:latin typeface="Overpass"/>
              </a:rPr>
              <a:t>{{S5_18}}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268596"/>
            <a:ext cx="2578608" cy="297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62"/>
              </a:lnSpc>
            </a:pPr>
            <a:r>
              <a:rPr lang="pt-BR" sz="850" b="0">
                <a:solidFill>
                  <a:srgbClr val="FFFFFF"/>
                </a:solidFill>
                <a:latin typeface="Overpass"/>
              </a:rPr>
              <a:t>{{S5_19}}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4648199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62"/>
              </a:lnSpc>
            </a:pPr>
            <a:r>
              <a:rPr lang="pt-BR" sz="850" b="1">
                <a:solidFill>
                  <a:srgbClr val="FFE600"/>
                </a:solidFill>
                <a:latin typeface="Overpass"/>
              </a:rPr>
              <a:t>{{S5_20}}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648199"/>
            <a:ext cx="2578608" cy="297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62"/>
              </a:lnSpc>
            </a:pPr>
            <a:r>
              <a:rPr lang="pt-BR" sz="850" b="0">
                <a:solidFill>
                  <a:srgbClr val="FFFFFF"/>
                </a:solidFill>
                <a:latin typeface="Overpass"/>
              </a:rPr>
              <a:t>{{S5_21}}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384048"/>
            <a:ext cx="786333" cy="23774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FFC000"/>
                </a:solidFill>
                <a:latin typeface="Overpass"/>
              </a:rPr>
              <a:t>{{S6_2}}</a:t>
            </a:r>
          </a:p>
        </p:txBody>
      </p:sp>
      <p:pic>
        <p:nvPicPr>
          <p:cNvPr id="3" name="Logo EY" descr="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014" y="246888"/>
            <a:ext cx="482433" cy="56692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685800" y="10058400"/>
            <a:ext cx="6327648" cy="0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685800" y="10131552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11"/>
              </a:lnSpc>
            </a:pPr>
            <a:r>
              <a:rPr lang="pt-BR" sz="650" b="0">
                <a:solidFill>
                  <a:srgbClr val="1A1A24"/>
                </a:solidFill>
                <a:latin typeface="Overpass"/>
              </a:rPr>
              <a:t>{{S6_5}}</a:t>
            </a:r>
          </a:p>
        </p:txBody>
      </p:sp>
      <p:sp>
        <p:nvSpPr>
          <p:cNvPr id="6" name="Rectangle 5"/>
          <p:cNvSpPr/>
          <p:nvPr/>
        </p:nvSpPr>
        <p:spPr>
          <a:xfrm>
            <a:off x="6775704" y="10113264"/>
            <a:ext cx="237744" cy="21945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{{S6_6}}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-459292" y="1757740"/>
            <a:ext cx="1650104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75"/>
              </a:lnSpc>
            </a:pPr>
            <a:r>
              <a:rPr lang="pt-BR" sz="700" b="1" spc="120">
                <a:solidFill>
                  <a:srgbClr val="1A1A24"/>
                </a:solidFill>
                <a:latin typeface="Overpass"/>
              </a:rPr>
              <a:t>{{S6_7}}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2811392"/>
            <a:ext cx="0" cy="6972688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126" name="Rectangle 8"/>
          <p:cNvSpPr/>
          <p:nvPr/>
        </p:nvSpPr>
        <p:spPr>
          <a:xfrm>
            <a:off x="685800" y="1042415"/>
            <a:ext cx="1299690" cy="201168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25"/>
              </a:lnSpc>
            </a:pPr>
            <a:r>
              <a:rPr lang="pt-BR" sz="750" b="1" spc="60">
                <a:solidFill>
                  <a:srgbClr val="FFFFFF"/>
                </a:solidFill>
                <a:latin typeface="Overpass"/>
              </a:rPr>
              <a:t>{{S6_5126}}</a:t>
            </a:r>
          </a:p>
        </p:txBody>
      </p:sp>
      <p:sp>
        <p:nvSpPr>
          <p:cNvPr id="5127" name="Rectangle 9"/>
          <p:cNvSpPr/>
          <p:nvPr/>
        </p:nvSpPr>
        <p:spPr>
          <a:xfrm>
            <a:off x="2058642" y="1042415"/>
            <a:ext cx="555331" cy="201168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25"/>
              </a:lnSpc>
            </a:pPr>
            <a:r>
              <a:rPr lang="pt-BR" sz="750" b="1" spc="60">
                <a:solidFill>
                  <a:srgbClr val="1A1A24"/>
                </a:solidFill>
                <a:latin typeface="Overpass"/>
              </a:rPr>
              <a:t>{{S6_5127}}</a:t>
            </a:r>
          </a:p>
        </p:txBody>
      </p:sp>
      <p:sp>
        <p:nvSpPr>
          <p:cNvPr id="5128" name="Rectangle 10"/>
          <p:cNvSpPr/>
          <p:nvPr/>
        </p:nvSpPr>
        <p:spPr>
          <a:xfrm>
            <a:off x="2687125" y="1042415"/>
            <a:ext cx="1048269" cy="201168"/>
          </a:xfrm>
          <a:prstGeom prst="rect">
            <a:avLst/>
          </a:prstGeom>
          <a:solidFill>
            <a:srgbClr val="FF9831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25"/>
              </a:lnSpc>
            </a:pPr>
            <a:r>
              <a:rPr lang="pt-BR" sz="750" b="1" spc="60">
                <a:solidFill>
                  <a:srgbClr val="1A1A24"/>
                </a:solidFill>
                <a:latin typeface="Overpass"/>
              </a:rPr>
              <a:t>{{S6_5128}}</a:t>
            </a:r>
          </a:p>
        </p:txBody>
      </p:sp>
      <p:sp>
        <p:nvSpPr>
          <p:cNvPr id="5129" name="TextBox 11"/>
          <p:cNvSpPr txBox="1"/>
          <p:nvPr/>
        </p:nvSpPr>
        <p:spPr>
          <a:xfrm>
            <a:off x="3826835" y="10789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00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{{S6_5129}}</a:t>
            </a:r>
          </a:p>
        </p:txBody>
      </p:sp>
      <p:sp>
        <p:nvSpPr>
          <p:cNvPr id="5130" name="TextBox 12"/>
          <p:cNvSpPr txBox="1"/>
          <p:nvPr/>
        </p:nvSpPr>
        <p:spPr>
          <a:xfrm>
            <a:off x="685800" y="1371600"/>
            <a:ext cx="6327648" cy="8641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68"/>
              </a:lnSpc>
            </a:pPr>
            <a:r>
              <a:rPr lang="pt-BR" sz="2100" b="1">
                <a:solidFill>
                  <a:srgbClr val="1A1A24"/>
                </a:solidFill>
                <a:latin typeface="Overpass"/>
              </a:rPr>
              <a:t>{{S6_5130}}</a:t>
            </a:r>
          </a:p>
        </p:txBody>
      </p:sp>
      <p:sp>
        <p:nvSpPr>
          <p:cNvPr id="5131" name="TextBox 13"/>
          <p:cNvSpPr txBox="1"/>
          <p:nvPr/>
        </p:nvSpPr>
        <p:spPr>
          <a:xfrm>
            <a:off x="685800" y="2336292"/>
            <a:ext cx="6327648" cy="459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206"/>
              </a:lnSpc>
            </a:pPr>
            <a:r>
              <a:rPr lang="pt-BR" sz="900" b="0">
                <a:solidFill>
                  <a:srgbClr val="1A1A24"/>
                </a:solidFill>
                <a:latin typeface="Overpass"/>
              </a:rPr>
              <a:t>{{S6_5131}}</a:t>
            </a:r>
          </a:p>
        </p:txBody>
      </p:sp>
      <p:sp>
        <p:nvSpPr>
          <p:cNvPr id="5132" name="Rectangle 14"/>
          <p:cNvSpPr/>
          <p:nvPr/>
        </p:nvSpPr>
        <p:spPr>
          <a:xfrm>
            <a:off x="685800" y="3006146"/>
            <a:ext cx="6327648" cy="933335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33" name="Rectangle 15"/>
          <p:cNvSpPr/>
          <p:nvPr/>
        </p:nvSpPr>
        <p:spPr>
          <a:xfrm>
            <a:off x="685800" y="3006146"/>
            <a:ext cx="54864" cy="933335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34" name="TextBox 16"/>
          <p:cNvSpPr txBox="1"/>
          <p:nvPr/>
        </p:nvSpPr>
        <p:spPr>
          <a:xfrm>
            <a:off x="868680" y="3115874"/>
            <a:ext cx="173736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75"/>
              </a:lnSpc>
            </a:pPr>
            <a:r>
              <a:rPr lang="pt-BR" sz="700" b="1" spc="100">
                <a:solidFill>
                  <a:srgbClr val="FFE600"/>
                </a:solidFill>
                <a:latin typeface="Overpass"/>
              </a:rPr>
              <a:t>{{S6_5134}}</a:t>
            </a:r>
          </a:p>
        </p:txBody>
      </p:sp>
      <p:sp>
        <p:nvSpPr>
          <p:cNvPr id="5135" name="TextBox 12"/>
          <p:cNvSpPr txBox="1"/>
          <p:nvPr/>
        </p:nvSpPr>
        <p:spPr>
          <a:xfrm>
            <a:off x="868680" y="3280466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52"/>
              </a:lnSpc>
            </a:pPr>
            <a:r>
              <a:rPr lang="pt-BR" sz="1900" b="1">
                <a:solidFill>
                  <a:srgbClr val="FFE600"/>
                </a:solidFill>
                <a:latin typeface="Overpass"/>
              </a:rPr>
              <a:t>{{S6_5135}}</a:t>
            </a:r>
          </a:p>
        </p:txBody>
      </p:sp>
      <p:sp>
        <p:nvSpPr>
          <p:cNvPr id="5136" name="TextBox 50"/>
          <p:cNvSpPr txBox="1"/>
          <p:nvPr/>
        </p:nvSpPr>
        <p:spPr>
          <a:xfrm>
            <a:off x="2761488" y="3701737"/>
            <a:ext cx="4069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812"/>
              </a:lnSpc>
            </a:pPr>
            <a:r>
              <a:rPr lang="pt-BR" sz="650" b="1">
                <a:solidFill>
                  <a:srgbClr val="CFCFD8"/>
                </a:solidFill>
                <a:latin typeface="Overpass"/>
              </a:rPr>
              <a:t>{{S6_5136}}</a:t>
            </a:r>
          </a:p>
        </p:txBody>
      </p:sp>
      <p:sp>
        <p:nvSpPr>
          <p:cNvPr id="5137" name="TextBox 16"/>
          <p:cNvSpPr txBox="1"/>
          <p:nvPr/>
        </p:nvSpPr>
        <p:spPr>
          <a:xfrm>
            <a:off x="2761488" y="3161594"/>
            <a:ext cx="4069080" cy="4395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154"/>
              </a:lnSpc>
            </a:pPr>
            <a:r>
              <a:rPr lang="pt-BR" sz="860" b="0">
                <a:solidFill>
                  <a:srgbClr val="FFFFFF"/>
                </a:solidFill>
                <a:latin typeface="Overpass"/>
              </a:rPr>
              <a:t>{{S6_5137}}</a:t>
            </a:r>
          </a:p>
        </p:txBody>
      </p:sp>
      <p:sp>
        <p:nvSpPr>
          <p:cNvPr id="5138" name="TextBox 12"/>
          <p:cNvSpPr txBox="1"/>
          <p:nvPr/>
        </p:nvSpPr>
        <p:spPr>
          <a:xfrm>
            <a:off x="685800" y="4158937"/>
            <a:ext cx="63276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lang="pt-BR" sz="1250" b="1">
                <a:solidFill>
                  <a:srgbClr val="1A1A24"/>
                </a:solidFill>
                <a:latin typeface="Overpass"/>
              </a:rPr>
              <a:t>{{S6_5138}}</a:t>
            </a:r>
          </a:p>
        </p:txBody>
      </p:sp>
      <p:sp>
        <p:nvSpPr>
          <p:cNvPr id="5139" name="Rectangle 15"/>
          <p:cNvSpPr/>
          <p:nvPr/>
        </p:nvSpPr>
        <p:spPr>
          <a:xfrm>
            <a:off x="685800" y="4451545"/>
            <a:ext cx="502920" cy="4572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40" name="TextBox 28"/>
          <p:cNvSpPr txBox="1"/>
          <p:nvPr/>
        </p:nvSpPr>
        <p:spPr>
          <a:xfrm>
            <a:off x="685800" y="4616137"/>
            <a:ext cx="3054096" cy="1380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207"/>
              </a:lnSpc>
            </a:pPr>
            <a:r>
              <a:rPr lang="pt-BR" sz="900" b="0">
                <a:solidFill>
                  <a:srgbClr val="1A1A24"/>
                </a:solidFill>
                <a:latin typeface="Overpass"/>
              </a:rPr>
              <a:t>{{S6_5140}}</a:t>
            </a:r>
          </a:p>
        </p:txBody>
      </p:sp>
      <p:sp>
        <p:nvSpPr>
          <p:cNvPr id="5141" name="TextBox 28"/>
          <p:cNvSpPr txBox="1"/>
          <p:nvPr/>
        </p:nvSpPr>
        <p:spPr>
          <a:xfrm>
            <a:off x="3959352" y="4616137"/>
            <a:ext cx="3054096" cy="13800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207"/>
              </a:lnSpc>
            </a:pPr>
            <a:r>
              <a:rPr lang="pt-BR" sz="900" b="0">
                <a:solidFill>
                  <a:srgbClr val="1A1A24"/>
                </a:solidFill>
                <a:latin typeface="Overpass"/>
              </a:rPr>
              <a:t>{{S6_5141}}</a:t>
            </a:r>
          </a:p>
        </p:txBody>
      </p:sp>
      <p:cxnSp>
        <p:nvCxnSpPr>
          <p:cNvPr id="5142" name="Connector 29"/>
          <p:cNvCxnSpPr/>
          <p:nvPr/>
        </p:nvCxnSpPr>
        <p:spPr>
          <a:xfrm>
            <a:off x="3849624" y="4634425"/>
            <a:ext cx="0" cy="1343436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143" name="TextBox 12"/>
          <p:cNvSpPr txBox="1"/>
          <p:nvPr/>
        </p:nvSpPr>
        <p:spPr>
          <a:xfrm>
            <a:off x="685800" y="6270470"/>
            <a:ext cx="63276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lang="pt-BR" sz="1250" b="1">
                <a:solidFill>
                  <a:srgbClr val="1A1A24"/>
                </a:solidFill>
                <a:latin typeface="Overpass"/>
              </a:rPr>
              <a:t>{{S6_5143}}</a:t>
            </a:r>
          </a:p>
        </p:txBody>
      </p:sp>
      <p:sp>
        <p:nvSpPr>
          <p:cNvPr id="5144" name="Rectangle 15"/>
          <p:cNvSpPr/>
          <p:nvPr/>
        </p:nvSpPr>
        <p:spPr>
          <a:xfrm>
            <a:off x="685800" y="6563078"/>
            <a:ext cx="502920" cy="4572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45" name="Rectangle 18"/>
          <p:cNvSpPr/>
          <p:nvPr/>
        </p:nvSpPr>
        <p:spPr>
          <a:xfrm>
            <a:off x="685800" y="6727670"/>
            <a:ext cx="2036064" cy="2086268"/>
          </a:xfrm>
          <a:prstGeom prst="rect">
            <a:avLst/>
          </a:prstGeom>
          <a:solidFill>
            <a:srgbClr val="FFF6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46" name="Rectangle 20"/>
          <p:cNvSpPr/>
          <p:nvPr/>
        </p:nvSpPr>
        <p:spPr>
          <a:xfrm>
            <a:off x="813816" y="6873974"/>
            <a:ext cx="384048" cy="25603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935"/>
              </a:lnSpc>
            </a:pPr>
            <a:r>
              <a:rPr lang="pt-BR" sz="850" b="1">
                <a:solidFill>
                  <a:srgbClr val="1A1A24"/>
                </a:solidFill>
                <a:latin typeface="Overpass"/>
              </a:rPr>
              <a:t>{{S6_5146}}</a:t>
            </a:r>
          </a:p>
        </p:txBody>
      </p:sp>
      <p:sp>
        <p:nvSpPr>
          <p:cNvPr id="5147" name="TextBox 21"/>
          <p:cNvSpPr txBox="1"/>
          <p:nvPr/>
        </p:nvSpPr>
        <p:spPr>
          <a:xfrm>
            <a:off x="813816" y="7239734"/>
            <a:ext cx="1780032" cy="31216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29"/>
              </a:lnSpc>
            </a:pPr>
            <a:r>
              <a:rPr lang="pt-BR" sz="960" b="1">
                <a:solidFill>
                  <a:srgbClr val="1A1A24"/>
                </a:solidFill>
                <a:latin typeface="Overpass"/>
              </a:rPr>
              <a:t>{{S6_5147}}</a:t>
            </a:r>
          </a:p>
        </p:txBody>
      </p:sp>
      <p:sp>
        <p:nvSpPr>
          <p:cNvPr id="5148" name="TextBox 21"/>
          <p:cNvSpPr txBox="1"/>
          <p:nvPr/>
        </p:nvSpPr>
        <p:spPr>
          <a:xfrm>
            <a:off x="813816" y="7625052"/>
            <a:ext cx="1780032" cy="102429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152"/>
              </a:lnSpc>
            </a:pPr>
            <a:r>
              <a:rPr lang="pt-BR" sz="900" b="0">
                <a:solidFill>
                  <a:srgbClr val="1A1A24"/>
                </a:solidFill>
                <a:latin typeface="Overpass"/>
              </a:rPr>
              <a:t>{{S6_5148}}</a:t>
            </a:r>
          </a:p>
        </p:txBody>
      </p:sp>
      <p:sp>
        <p:nvSpPr>
          <p:cNvPr id="5149" name="Rectangle 18"/>
          <p:cNvSpPr/>
          <p:nvPr/>
        </p:nvSpPr>
        <p:spPr>
          <a:xfrm>
            <a:off x="2831592" y="6727670"/>
            <a:ext cx="2036064" cy="2086268"/>
          </a:xfrm>
          <a:prstGeom prst="rect">
            <a:avLst/>
          </a:prstGeom>
          <a:solidFill>
            <a:srgbClr val="FFF6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50" name="Rectangle 20"/>
          <p:cNvSpPr/>
          <p:nvPr/>
        </p:nvSpPr>
        <p:spPr>
          <a:xfrm>
            <a:off x="2959608" y="6873974"/>
            <a:ext cx="384048" cy="25603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935"/>
              </a:lnSpc>
            </a:pPr>
            <a:r>
              <a:rPr lang="pt-BR" sz="850" b="1">
                <a:solidFill>
                  <a:srgbClr val="1A1A24"/>
                </a:solidFill>
                <a:latin typeface="Overpass"/>
              </a:rPr>
              <a:t>{{S6_5150}}</a:t>
            </a:r>
          </a:p>
        </p:txBody>
      </p:sp>
      <p:sp>
        <p:nvSpPr>
          <p:cNvPr id="5151" name="TextBox 21"/>
          <p:cNvSpPr txBox="1"/>
          <p:nvPr/>
        </p:nvSpPr>
        <p:spPr>
          <a:xfrm>
            <a:off x="2959608" y="7239734"/>
            <a:ext cx="1780032" cy="31216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29"/>
              </a:lnSpc>
            </a:pPr>
            <a:r>
              <a:rPr lang="pt-BR" sz="960" b="1">
                <a:solidFill>
                  <a:srgbClr val="1A1A24"/>
                </a:solidFill>
                <a:latin typeface="Overpass"/>
              </a:rPr>
              <a:t>{{S6_5151}}</a:t>
            </a:r>
          </a:p>
        </p:txBody>
      </p:sp>
      <p:sp>
        <p:nvSpPr>
          <p:cNvPr id="5152" name="TextBox 21"/>
          <p:cNvSpPr txBox="1"/>
          <p:nvPr/>
        </p:nvSpPr>
        <p:spPr>
          <a:xfrm>
            <a:off x="2959608" y="7625052"/>
            <a:ext cx="1780032" cy="102429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152"/>
              </a:lnSpc>
            </a:pPr>
            <a:r>
              <a:rPr lang="pt-BR" sz="900" b="0">
                <a:solidFill>
                  <a:srgbClr val="1A1A24"/>
                </a:solidFill>
                <a:latin typeface="Overpass"/>
              </a:rPr>
              <a:t>{{S6_5152}}</a:t>
            </a:r>
          </a:p>
        </p:txBody>
      </p:sp>
      <p:sp>
        <p:nvSpPr>
          <p:cNvPr id="5153" name="Rectangle 18"/>
          <p:cNvSpPr/>
          <p:nvPr/>
        </p:nvSpPr>
        <p:spPr>
          <a:xfrm>
            <a:off x="4977384" y="6727670"/>
            <a:ext cx="2036064" cy="2086268"/>
          </a:xfrm>
          <a:prstGeom prst="rect">
            <a:avLst/>
          </a:prstGeom>
          <a:solidFill>
            <a:srgbClr val="FFF6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54" name="Rectangle 20"/>
          <p:cNvSpPr/>
          <p:nvPr/>
        </p:nvSpPr>
        <p:spPr>
          <a:xfrm>
            <a:off x="5105400" y="6873974"/>
            <a:ext cx="384048" cy="25603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935"/>
              </a:lnSpc>
            </a:pPr>
            <a:r>
              <a:rPr lang="pt-BR" sz="850" b="1">
                <a:solidFill>
                  <a:srgbClr val="1A1A24"/>
                </a:solidFill>
                <a:latin typeface="Overpass"/>
              </a:rPr>
              <a:t>{{S6_5154}}</a:t>
            </a:r>
          </a:p>
        </p:txBody>
      </p:sp>
      <p:sp>
        <p:nvSpPr>
          <p:cNvPr id="5155" name="TextBox 21"/>
          <p:cNvSpPr txBox="1"/>
          <p:nvPr/>
        </p:nvSpPr>
        <p:spPr>
          <a:xfrm>
            <a:off x="5105400" y="7239734"/>
            <a:ext cx="1780032" cy="31216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29"/>
              </a:lnSpc>
            </a:pPr>
            <a:r>
              <a:rPr lang="pt-BR" sz="960" b="1">
                <a:solidFill>
                  <a:srgbClr val="1A1A24"/>
                </a:solidFill>
                <a:latin typeface="Overpass"/>
              </a:rPr>
              <a:t>{{S6_5155}}</a:t>
            </a:r>
          </a:p>
        </p:txBody>
      </p:sp>
      <p:sp>
        <p:nvSpPr>
          <p:cNvPr id="5156" name="TextBox 21"/>
          <p:cNvSpPr txBox="1"/>
          <p:nvPr/>
        </p:nvSpPr>
        <p:spPr>
          <a:xfrm>
            <a:off x="5105400" y="7625052"/>
            <a:ext cx="1780032" cy="102429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152"/>
              </a:lnSpc>
            </a:pPr>
            <a:r>
              <a:rPr lang="pt-BR" sz="900" b="0">
                <a:solidFill>
                  <a:srgbClr val="1A1A24"/>
                </a:solidFill>
                <a:latin typeface="Overpass"/>
              </a:rPr>
              <a:t>{{S6_5156}}</a:t>
            </a:r>
          </a:p>
        </p:txBody>
      </p:sp>
      <p:cxnSp>
        <p:nvCxnSpPr>
          <p:cNvPr id="5157" name="Connector 29"/>
          <p:cNvCxnSpPr/>
          <p:nvPr/>
        </p:nvCxnSpPr>
        <p:spPr>
          <a:xfrm>
            <a:off x="685800" y="9240012"/>
            <a:ext cx="6327648" cy="0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158" name="TextBox 34"/>
          <p:cNvSpPr txBox="1"/>
          <p:nvPr/>
        </p:nvSpPr>
        <p:spPr>
          <a:xfrm>
            <a:off x="685800" y="9331452"/>
            <a:ext cx="6327648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50"/>
              </a:lnSpc>
            </a:pPr>
            <a:r>
              <a:rPr lang="pt-BR" sz="680" b="1" spc="80">
                <a:solidFill>
                  <a:srgbClr val="1A1A24"/>
                </a:solidFill>
                <a:latin typeface="Overpass"/>
              </a:rPr>
              <a:t>{{S6_5158}}</a:t>
            </a:r>
          </a:p>
        </p:txBody>
      </p:sp>
      <p:sp>
        <p:nvSpPr>
          <p:cNvPr id="5159" name="TextBox 35"/>
          <p:cNvSpPr txBox="1"/>
          <p:nvPr/>
        </p:nvSpPr>
        <p:spPr>
          <a:xfrm>
            <a:off x="685800" y="9486900"/>
            <a:ext cx="6327648" cy="4526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16"/>
              </a:lnSpc>
              <a:spcAft>
                <a:spcPts val="100"/>
              </a:spcAft>
            </a:pPr>
            <a:r>
              <a:rPr lang="pt-BR" sz="680" b="0">
                <a:solidFill>
                  <a:srgbClr val="1A1A24"/>
                </a:solidFill>
                <a:latin typeface="Overpass"/>
              </a:rPr>
              <a:t>{{S6_5159}}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da seçã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03120"/>
            <a:ext cx="3566160" cy="8586216"/>
          </a:xfrm>
          <a:prstGeom prst="rect">
            <a:avLst/>
          </a:prstGeom>
        </p:spPr>
      </p:pic>
      <p:pic>
        <p:nvPicPr>
          <p:cNvPr id="3" name="Logo EY" descr="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014" y="246888"/>
            <a:ext cx="482433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 rot="16200000">
            <a:off x="-739521" y="1791081"/>
            <a:ext cx="3033522" cy="5486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50"/>
              </a:lnSpc>
            </a:pPr>
            <a:r>
              <a:rPr lang="pt-BR" sz="3000" b="0">
                <a:solidFill>
                  <a:srgbClr val="FFFFFF"/>
                </a:solidFill>
                <a:latin typeface="Overpass"/>
              </a:rPr>
              <a:t>{{S12_4}}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3810762"/>
            <a:ext cx="0" cy="5836158"/>
          </a:xfrm>
          <a:prstGeom prst="line">
            <a:avLst/>
          </a:prstGeom>
          <a:ln w="6350">
            <a:solidFill>
              <a:srgbClr val="8A8A99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2788920" y="7269480"/>
            <a:ext cx="5120640" cy="411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000"/>
              </a:lnSpc>
            </a:pPr>
            <a:r>
              <a:rPr lang="pt-BR" sz="30000" b="1">
                <a:solidFill>
                  <a:srgbClr val="FFE600"/>
                </a:solidFill>
                <a:latin typeface="Overpass"/>
              </a:rPr>
              <a:t>{{S12_6}}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2331720"/>
            <a:ext cx="2944368" cy="5970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95"/>
              </a:lnSpc>
            </a:pPr>
            <a:r>
              <a:rPr lang="pt-BR" sz="1150" b="1">
                <a:solidFill>
                  <a:srgbClr val="FFFFFF"/>
                </a:solidFill>
                <a:latin typeface="Overpass"/>
              </a:rPr>
              <a:t>{{S12_7}}</a:t>
            </a:r>
          </a:p>
        </p:txBody>
      </p:sp>
      <p:pic>
        <p:nvPicPr>
          <p:cNvPr id="8" name="Ícone lista" descr="list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9710928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9756648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lang="pt-BR" sz="900" b="1">
                <a:solidFill>
                  <a:srgbClr val="FFFFFF"/>
                </a:solidFill>
                <a:latin typeface="Overpass"/>
              </a:rPr>
              <a:t>{{S12_9}}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3129915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62"/>
              </a:lnSpc>
            </a:pPr>
            <a:r>
              <a:rPr lang="pt-BR" sz="850" b="1">
                <a:solidFill>
                  <a:srgbClr val="FFE600"/>
                </a:solidFill>
                <a:latin typeface="Overpass"/>
              </a:rPr>
              <a:t>{{S12_10}}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129915"/>
            <a:ext cx="2578608" cy="1623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62"/>
              </a:lnSpc>
            </a:pPr>
            <a:r>
              <a:rPr lang="pt-BR" sz="850" b="0">
                <a:solidFill>
                  <a:srgbClr val="FFFFFF"/>
                </a:solidFill>
                <a:latin typeface="Overpass"/>
              </a:rPr>
              <a:t>{{S12_11}}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337458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62"/>
              </a:lnSpc>
            </a:pPr>
            <a:r>
              <a:rPr lang="pt-BR" sz="850" b="1">
                <a:solidFill>
                  <a:srgbClr val="FFE600"/>
                </a:solidFill>
                <a:latin typeface="Overpass"/>
              </a:rPr>
              <a:t>{{S12_12}}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374580"/>
            <a:ext cx="2578608" cy="1623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62"/>
              </a:lnSpc>
            </a:pPr>
            <a:r>
              <a:rPr lang="pt-BR" sz="850" b="0">
                <a:solidFill>
                  <a:srgbClr val="FFFFFF"/>
                </a:solidFill>
                <a:latin typeface="Overpass"/>
              </a:rPr>
              <a:t>{{S12_13}}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384048"/>
            <a:ext cx="786333" cy="23774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FFC000"/>
                </a:solidFill>
                <a:latin typeface="Overpass"/>
              </a:rPr>
              <a:t>{{S13_2}}</a:t>
            </a:r>
          </a:p>
        </p:txBody>
      </p:sp>
      <p:pic>
        <p:nvPicPr>
          <p:cNvPr id="3" name="Logo EY" descr="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014" y="246888"/>
            <a:ext cx="482433" cy="56692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685800" y="10058400"/>
            <a:ext cx="6327648" cy="0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685800" y="10131552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11"/>
              </a:lnSpc>
            </a:pPr>
            <a:r>
              <a:rPr lang="pt-BR" sz="650" b="0">
                <a:solidFill>
                  <a:srgbClr val="1A1A24"/>
                </a:solidFill>
                <a:latin typeface="Overpass"/>
              </a:rPr>
              <a:t>{{S13_5}}</a:t>
            </a:r>
          </a:p>
        </p:txBody>
      </p:sp>
      <p:sp>
        <p:nvSpPr>
          <p:cNvPr id="6" name="Rectangle 5"/>
          <p:cNvSpPr/>
          <p:nvPr/>
        </p:nvSpPr>
        <p:spPr>
          <a:xfrm>
            <a:off x="6775704" y="10113264"/>
            <a:ext cx="237744" cy="21945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{{S13_6}}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-352380" y="1650828"/>
            <a:ext cx="1436281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75"/>
              </a:lnSpc>
            </a:pPr>
            <a:r>
              <a:rPr lang="pt-BR" sz="700" b="1" spc="120">
                <a:solidFill>
                  <a:srgbClr val="1A1A24"/>
                </a:solidFill>
                <a:latin typeface="Overpass"/>
              </a:rPr>
              <a:t>{{S13_7}}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2597569"/>
            <a:ext cx="0" cy="7186511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502" name="TextBox 8"/>
          <p:cNvSpPr txBox="1"/>
          <p:nvPr/>
        </p:nvSpPr>
        <p:spPr>
          <a:xfrm>
            <a:off x="685800" y="1097280"/>
            <a:ext cx="632764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lang="pt-BR" sz="2000" b="1">
                <a:solidFill>
                  <a:srgbClr val="1A1A24"/>
                </a:solidFill>
                <a:latin typeface="Overpass"/>
              </a:rPr>
              <a:t>{{S13_5502}}</a:t>
            </a:r>
          </a:p>
        </p:txBody>
      </p:sp>
      <p:sp>
        <p:nvSpPr>
          <p:cNvPr id="5503" name="TextBox 16"/>
          <p:cNvSpPr txBox="1"/>
          <p:nvPr/>
        </p:nvSpPr>
        <p:spPr>
          <a:xfrm>
            <a:off x="685800" y="1536192"/>
            <a:ext cx="6327648" cy="3039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197"/>
              </a:lnSpc>
            </a:pPr>
            <a:r>
              <a:rPr lang="pt-BR" sz="950" b="0">
                <a:solidFill>
                  <a:srgbClr val="1A1A24"/>
                </a:solidFill>
                <a:latin typeface="Overpass"/>
              </a:rPr>
              <a:t>{{S13_5503}}</a:t>
            </a:r>
          </a:p>
        </p:txBody>
      </p:sp>
      <p:sp>
        <p:nvSpPr>
          <p:cNvPr id="5504" name="Rectangle 9"/>
          <p:cNvSpPr/>
          <p:nvPr/>
        </p:nvSpPr>
        <p:spPr>
          <a:xfrm>
            <a:off x="685800" y="2004719"/>
            <a:ext cx="6327648" cy="512064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10"/>
          <p:cNvSpPr txBox="1"/>
          <p:nvPr/>
        </p:nvSpPr>
        <p:spPr>
          <a:xfrm>
            <a:off x="1234440" y="2105303"/>
            <a:ext cx="4032503" cy="3566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11"/>
              </a:lnSpc>
            </a:pPr>
            <a:r>
              <a:rPr lang="pt-BR" sz="1150" b="1">
                <a:solidFill>
                  <a:srgbClr val="FFFFFF"/>
                </a:solidFill>
                <a:latin typeface="Overpass"/>
              </a:rPr>
              <a:t>{{S13_9}}</a:t>
            </a:r>
          </a:p>
        </p:txBody>
      </p:sp>
      <p:sp>
        <p:nvSpPr>
          <p:cNvPr id="5506" name="TextBox 11"/>
          <p:cNvSpPr txBox="1"/>
          <p:nvPr/>
        </p:nvSpPr>
        <p:spPr>
          <a:xfrm>
            <a:off x="5458968" y="2123591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019"/>
              </a:lnSpc>
            </a:pPr>
            <a:r>
              <a:rPr lang="pt-BR" sz="850" b="1">
                <a:solidFill>
                  <a:srgbClr val="FFE600"/>
                </a:solidFill>
                <a:latin typeface="Overpass"/>
              </a:rPr>
              <a:t>{{S13_5506}}</a:t>
            </a:r>
          </a:p>
        </p:txBody>
      </p:sp>
      <p:sp>
        <p:nvSpPr>
          <p:cNvPr id="5507" name="Rectangle 12"/>
          <p:cNvSpPr/>
          <p:nvPr/>
        </p:nvSpPr>
        <p:spPr>
          <a:xfrm>
            <a:off x="685800" y="2516783"/>
            <a:ext cx="6327648" cy="310896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08" name="TextBox 13"/>
          <p:cNvSpPr txBox="1"/>
          <p:nvPr/>
        </p:nvSpPr>
        <p:spPr>
          <a:xfrm>
            <a:off x="832104" y="2599079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lang="en-US" sz="1000" b="1" u="sng" noProof="1">
                <a:solidFill>
                  <a:srgbClr val="1A1A24"/>
                </a:solidFill>
                <a:latin typeface="Overpass"/>
              </a:rPr>
              <a:t>{{S13_5508}}</a:t>
            </a:r>
          </a:p>
        </p:txBody>
      </p:sp>
      <p:sp>
        <p:nvSpPr>
          <p:cNvPr id="5509" name="TextBox 14"/>
          <p:cNvSpPr txBox="1"/>
          <p:nvPr/>
        </p:nvSpPr>
        <p:spPr>
          <a:xfrm>
            <a:off x="2615184" y="2608223"/>
            <a:ext cx="219456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9"/>
              </a:lnSpc>
            </a:pPr>
            <a:r>
              <a:rPr lang="pt-BR" sz="850" b="0">
                <a:solidFill>
                  <a:srgbClr val="1A1A24"/>
                </a:solidFill>
                <a:latin typeface="Overpass"/>
              </a:rPr>
              <a:t>{{S13_5509}}</a:t>
            </a:r>
          </a:p>
        </p:txBody>
      </p:sp>
      <p:sp>
        <p:nvSpPr>
          <p:cNvPr id="5510" name="Rectangle 15"/>
          <p:cNvSpPr/>
          <p:nvPr/>
        </p:nvSpPr>
        <p:spPr>
          <a:xfrm>
            <a:off x="5836269" y="2562503"/>
            <a:ext cx="1122314" cy="219456"/>
          </a:xfrm>
          <a:prstGeom prst="rect">
            <a:avLst/>
          </a:prstGeom>
          <a:solidFill>
            <a:srgbClr val="E03C31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FFFFFF"/>
                </a:solidFill>
                <a:latin typeface="Overpass"/>
              </a:rPr>
              <a:t>{{S13_5510}}</a:t>
            </a:r>
          </a:p>
        </p:txBody>
      </p:sp>
      <p:sp>
        <p:nvSpPr>
          <p:cNvPr id="5511" name="TextBox 16"/>
          <p:cNvSpPr txBox="1"/>
          <p:nvPr/>
        </p:nvSpPr>
        <p:spPr>
          <a:xfrm>
            <a:off x="4925492" y="2617367"/>
            <a:ext cx="83762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960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{{S13_5511}}</a:t>
            </a:r>
          </a:p>
        </p:txBody>
      </p:sp>
      <p:sp>
        <p:nvSpPr>
          <p:cNvPr id="5512" name="Rectangle 17"/>
          <p:cNvSpPr/>
          <p:nvPr/>
        </p:nvSpPr>
        <p:spPr>
          <a:xfrm>
            <a:off x="832104" y="2937407"/>
            <a:ext cx="629539" cy="17373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748"/>
              </a:lnSpc>
            </a:pPr>
            <a:r>
              <a:rPr lang="pt-BR" sz="680" b="1" spc="60">
                <a:solidFill>
                  <a:srgbClr val="1A1A24"/>
                </a:solidFill>
                <a:latin typeface="Overpass"/>
              </a:rPr>
              <a:t>{{S13_5512}}</a:t>
            </a:r>
          </a:p>
        </p:txBody>
      </p:sp>
      <p:sp>
        <p:nvSpPr>
          <p:cNvPr id="5513" name="TextBox 18"/>
          <p:cNvSpPr txBox="1"/>
          <p:nvPr/>
        </p:nvSpPr>
        <p:spPr>
          <a:xfrm>
            <a:off x="832104" y="3166007"/>
            <a:ext cx="6035040" cy="5811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144"/>
              </a:lnSpc>
            </a:pPr>
            <a:r>
              <a:rPr lang="pt-BR" sz="880" b="0">
                <a:solidFill>
                  <a:srgbClr val="1A1A24"/>
                </a:solidFill>
                <a:latin typeface="Overpass"/>
              </a:rPr>
              <a:t>{{S13_5513}}</a:t>
            </a:r>
          </a:p>
        </p:txBody>
      </p:sp>
      <p:sp>
        <p:nvSpPr>
          <p:cNvPr id="5514" name="Rectangle 21"/>
          <p:cNvSpPr/>
          <p:nvPr/>
        </p:nvSpPr>
        <p:spPr>
          <a:xfrm>
            <a:off x="832104" y="3811167"/>
            <a:ext cx="609992" cy="17373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748"/>
              </a:lnSpc>
            </a:pPr>
            <a:r>
              <a:rPr lang="pt-BR" sz="680" b="1" spc="60">
                <a:solidFill>
                  <a:srgbClr val="1A1A24"/>
                </a:solidFill>
                <a:latin typeface="Overpass"/>
              </a:rPr>
              <a:t>{{S13_5514}}</a:t>
            </a:r>
          </a:p>
        </p:txBody>
      </p:sp>
      <p:sp>
        <p:nvSpPr>
          <p:cNvPr id="5515" name="TextBox 18"/>
          <p:cNvSpPr txBox="1"/>
          <p:nvPr/>
        </p:nvSpPr>
        <p:spPr>
          <a:xfrm>
            <a:off x="832104" y="4039767"/>
            <a:ext cx="6035040" cy="4358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144"/>
              </a:lnSpc>
            </a:pPr>
            <a:r>
              <a:rPr lang="pt-BR" sz="880" b="0">
                <a:solidFill>
                  <a:srgbClr val="1A1A24"/>
                </a:solidFill>
                <a:latin typeface="Overpass"/>
              </a:rPr>
              <a:t>{{S13_5515}}</a:t>
            </a:r>
          </a:p>
        </p:txBody>
      </p:sp>
      <p:sp>
        <p:nvSpPr>
          <p:cNvPr id="5516" name="TextBox 23"/>
          <p:cNvSpPr txBox="1"/>
          <p:nvPr/>
        </p:nvSpPr>
        <p:spPr>
          <a:xfrm>
            <a:off x="832104" y="4539639"/>
            <a:ext cx="603504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50"/>
              </a:lnSpc>
            </a:pPr>
            <a:r>
              <a:rPr lang="pt-BR" sz="680" b="1" spc="80">
                <a:solidFill>
                  <a:srgbClr val="1A1A24"/>
                </a:solidFill>
                <a:latin typeface="Overpass"/>
              </a:rPr>
              <a:t>{{S13_5516}}</a:t>
            </a:r>
          </a:p>
        </p:txBody>
      </p:sp>
      <p:sp>
        <p:nvSpPr>
          <p:cNvPr id="5517" name="TextBox 24"/>
          <p:cNvSpPr txBox="1"/>
          <p:nvPr/>
        </p:nvSpPr>
        <p:spPr>
          <a:xfrm>
            <a:off x="832104" y="4695087"/>
            <a:ext cx="6035040" cy="1036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16"/>
              </a:lnSpc>
            </a:pPr>
            <a:r>
              <a:rPr lang="pt-BR" sz="680" b="0">
                <a:solidFill>
                  <a:srgbClr val="1A1A24"/>
                </a:solidFill>
                <a:latin typeface="Overpass"/>
              </a:rPr>
              <a:t>{{S13_5517}}</a:t>
            </a:r>
          </a:p>
        </p:txBody>
      </p:sp>
      <p:cxnSp>
        <p:nvCxnSpPr>
          <p:cNvPr id="5518" name="Connector 25"/>
          <p:cNvCxnSpPr/>
          <p:nvPr/>
        </p:nvCxnSpPr>
        <p:spPr>
          <a:xfrm>
            <a:off x="685800" y="4853583"/>
            <a:ext cx="6327648" cy="0"/>
          </a:xfrm>
          <a:prstGeom prst="line">
            <a:avLst/>
          </a:prstGeom>
          <a:ln w="9525">
            <a:solidFill>
              <a:srgbClr val="D9D9E3"/>
            </a:solidFill>
          </a:ln>
          <a:effectLst/>
        </p:spPr>
      </p:cxnSp>
      <p:sp>
        <p:nvSpPr>
          <p:cNvPr id="5519" name="Rectangle 9"/>
          <p:cNvSpPr/>
          <p:nvPr/>
        </p:nvSpPr>
        <p:spPr>
          <a:xfrm>
            <a:off x="685800" y="4899303"/>
            <a:ext cx="6327648" cy="365760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234440" y="4999887"/>
            <a:ext cx="4032503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11"/>
              </a:lnSpc>
            </a:pPr>
            <a:r>
              <a:rPr lang="pt-BR" sz="1150" b="1">
                <a:solidFill>
                  <a:srgbClr val="FFFFFF"/>
                </a:solidFill>
                <a:latin typeface="Overpass"/>
              </a:rPr>
              <a:t>{{S13_10}}</a:t>
            </a:r>
          </a:p>
        </p:txBody>
      </p:sp>
      <p:sp>
        <p:nvSpPr>
          <p:cNvPr id="5521" name="TextBox 11"/>
          <p:cNvSpPr txBox="1"/>
          <p:nvPr/>
        </p:nvSpPr>
        <p:spPr>
          <a:xfrm>
            <a:off x="5458968" y="5018175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019"/>
              </a:lnSpc>
            </a:pPr>
            <a:r>
              <a:rPr lang="pt-BR" sz="850" b="1">
                <a:solidFill>
                  <a:srgbClr val="FFE600"/>
                </a:solidFill>
                <a:latin typeface="Overpass"/>
              </a:rPr>
              <a:t>{{S13_5521}}</a:t>
            </a:r>
          </a:p>
        </p:txBody>
      </p:sp>
      <p:sp>
        <p:nvSpPr>
          <p:cNvPr id="5522" name="Rectangle 12"/>
          <p:cNvSpPr/>
          <p:nvPr/>
        </p:nvSpPr>
        <p:spPr>
          <a:xfrm>
            <a:off x="685800" y="5265063"/>
            <a:ext cx="6327648" cy="310896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23" name="TextBox 13"/>
          <p:cNvSpPr txBox="1"/>
          <p:nvPr/>
        </p:nvSpPr>
        <p:spPr>
          <a:xfrm>
            <a:off x="832104" y="5347359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lang="en-US" sz="1000" b="1" u="sng" noProof="1">
                <a:solidFill>
                  <a:srgbClr val="1A1A24"/>
                </a:solidFill>
                <a:latin typeface="Overpass"/>
              </a:rPr>
              <a:t>{{S13_5523}}</a:t>
            </a:r>
          </a:p>
        </p:txBody>
      </p:sp>
      <p:sp>
        <p:nvSpPr>
          <p:cNvPr id="5524" name="TextBox 14"/>
          <p:cNvSpPr txBox="1"/>
          <p:nvPr/>
        </p:nvSpPr>
        <p:spPr>
          <a:xfrm>
            <a:off x="2615184" y="5356503"/>
            <a:ext cx="219456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9"/>
              </a:lnSpc>
            </a:pPr>
            <a:r>
              <a:rPr lang="pt-BR" sz="850" b="0">
                <a:solidFill>
                  <a:srgbClr val="1A1A24"/>
                </a:solidFill>
                <a:latin typeface="Overpass"/>
              </a:rPr>
              <a:t>{{S13_5524}}</a:t>
            </a:r>
          </a:p>
        </p:txBody>
      </p:sp>
      <p:sp>
        <p:nvSpPr>
          <p:cNvPr id="5525" name="Rectangle 14"/>
          <p:cNvSpPr/>
          <p:nvPr/>
        </p:nvSpPr>
        <p:spPr>
          <a:xfrm>
            <a:off x="5994265" y="5310783"/>
            <a:ext cx="964318" cy="219456"/>
          </a:xfrm>
          <a:prstGeom prst="rect">
            <a:avLst/>
          </a:prstGeom>
          <a:solidFill>
            <a:srgbClr val="FF9831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{{S13_5525}}</a:t>
            </a:r>
          </a:p>
        </p:txBody>
      </p:sp>
      <p:sp>
        <p:nvSpPr>
          <p:cNvPr id="5526" name="TextBox 16"/>
          <p:cNvSpPr txBox="1"/>
          <p:nvPr/>
        </p:nvSpPr>
        <p:spPr>
          <a:xfrm>
            <a:off x="4620355" y="5365647"/>
            <a:ext cx="1300757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960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{{S13_5526}}</a:t>
            </a:r>
          </a:p>
        </p:txBody>
      </p:sp>
      <p:sp>
        <p:nvSpPr>
          <p:cNvPr id="5527" name="Rectangle 17"/>
          <p:cNvSpPr/>
          <p:nvPr/>
        </p:nvSpPr>
        <p:spPr>
          <a:xfrm>
            <a:off x="832104" y="5685687"/>
            <a:ext cx="629539" cy="17373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748"/>
              </a:lnSpc>
            </a:pPr>
            <a:r>
              <a:rPr lang="pt-BR" sz="680" b="1" spc="60">
                <a:solidFill>
                  <a:srgbClr val="1A1A24"/>
                </a:solidFill>
                <a:latin typeface="Overpass"/>
              </a:rPr>
              <a:t>{{S13_5527}}</a:t>
            </a:r>
          </a:p>
        </p:txBody>
      </p:sp>
      <p:sp>
        <p:nvSpPr>
          <p:cNvPr id="5528" name="TextBox 18"/>
          <p:cNvSpPr txBox="1"/>
          <p:nvPr/>
        </p:nvSpPr>
        <p:spPr>
          <a:xfrm>
            <a:off x="832104" y="5914287"/>
            <a:ext cx="6035040" cy="5811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144"/>
              </a:lnSpc>
            </a:pPr>
            <a:r>
              <a:rPr lang="pt-BR" sz="880" b="0">
                <a:solidFill>
                  <a:srgbClr val="1A1A24"/>
                </a:solidFill>
                <a:latin typeface="Overpass"/>
              </a:rPr>
              <a:t>{{S13_5528}}</a:t>
            </a:r>
          </a:p>
        </p:txBody>
      </p:sp>
      <p:sp>
        <p:nvSpPr>
          <p:cNvPr id="5529" name="Rectangle 21"/>
          <p:cNvSpPr/>
          <p:nvPr/>
        </p:nvSpPr>
        <p:spPr>
          <a:xfrm>
            <a:off x="832104" y="6559447"/>
            <a:ext cx="609992" cy="17373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748"/>
              </a:lnSpc>
            </a:pPr>
            <a:r>
              <a:rPr lang="pt-BR" sz="680" b="1" spc="60">
                <a:solidFill>
                  <a:srgbClr val="1A1A24"/>
                </a:solidFill>
                <a:latin typeface="Overpass"/>
              </a:rPr>
              <a:t>{{S13_5529}}</a:t>
            </a:r>
          </a:p>
        </p:txBody>
      </p:sp>
      <p:sp>
        <p:nvSpPr>
          <p:cNvPr id="5530" name="TextBox 18"/>
          <p:cNvSpPr txBox="1"/>
          <p:nvPr/>
        </p:nvSpPr>
        <p:spPr>
          <a:xfrm>
            <a:off x="832104" y="6788047"/>
            <a:ext cx="6035040" cy="2905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144"/>
              </a:lnSpc>
            </a:pPr>
            <a:r>
              <a:rPr lang="pt-BR" sz="880" b="0">
                <a:solidFill>
                  <a:srgbClr val="1A1A24"/>
                </a:solidFill>
                <a:latin typeface="Overpass"/>
              </a:rPr>
              <a:t>{{S13_5530}}</a:t>
            </a:r>
          </a:p>
        </p:txBody>
      </p:sp>
      <p:sp>
        <p:nvSpPr>
          <p:cNvPr id="5531" name="TextBox 23"/>
          <p:cNvSpPr txBox="1"/>
          <p:nvPr/>
        </p:nvSpPr>
        <p:spPr>
          <a:xfrm>
            <a:off x="832104" y="7142631"/>
            <a:ext cx="603504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50"/>
              </a:lnSpc>
            </a:pPr>
            <a:r>
              <a:rPr lang="pt-BR" sz="680" b="1" spc="80">
                <a:solidFill>
                  <a:srgbClr val="1A1A24"/>
                </a:solidFill>
                <a:latin typeface="Overpass"/>
              </a:rPr>
              <a:t>{{S13_5531}}</a:t>
            </a:r>
          </a:p>
        </p:txBody>
      </p:sp>
      <p:sp>
        <p:nvSpPr>
          <p:cNvPr id="5532" name="TextBox 24"/>
          <p:cNvSpPr txBox="1"/>
          <p:nvPr/>
        </p:nvSpPr>
        <p:spPr>
          <a:xfrm>
            <a:off x="832104" y="7298079"/>
            <a:ext cx="6035040" cy="1036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16"/>
              </a:lnSpc>
            </a:pPr>
            <a:r>
              <a:rPr lang="pt-BR" sz="680" b="0">
                <a:solidFill>
                  <a:srgbClr val="1A1A24"/>
                </a:solidFill>
                <a:latin typeface="Overpass"/>
              </a:rPr>
              <a:t>{{S13_5532}}</a:t>
            </a:r>
          </a:p>
        </p:txBody>
      </p:sp>
      <p:cxnSp>
        <p:nvCxnSpPr>
          <p:cNvPr id="5533" name="Connector 25"/>
          <p:cNvCxnSpPr/>
          <p:nvPr/>
        </p:nvCxnSpPr>
        <p:spPr>
          <a:xfrm>
            <a:off x="685800" y="7456575"/>
            <a:ext cx="6327648" cy="0"/>
          </a:xfrm>
          <a:prstGeom prst="line">
            <a:avLst/>
          </a:prstGeom>
          <a:ln w="9525">
            <a:solidFill>
              <a:srgbClr val="D9D9E3"/>
            </a:solidFill>
          </a:ln>
          <a:effectLst/>
        </p:spPr>
      </p:cxnSp>
      <p:sp>
        <p:nvSpPr>
          <p:cNvPr id="5534" name="Rectangle 9"/>
          <p:cNvSpPr/>
          <p:nvPr/>
        </p:nvSpPr>
        <p:spPr>
          <a:xfrm>
            <a:off x="685800" y="7502295"/>
            <a:ext cx="6327648" cy="365760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7602879"/>
            <a:ext cx="4032503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11"/>
              </a:lnSpc>
            </a:pPr>
            <a:r>
              <a:rPr lang="pt-BR" sz="1150" b="1">
                <a:solidFill>
                  <a:srgbClr val="FFFFFF"/>
                </a:solidFill>
                <a:latin typeface="Overpass"/>
              </a:rPr>
              <a:t>{{S13_11}}</a:t>
            </a:r>
          </a:p>
        </p:txBody>
      </p:sp>
      <p:sp>
        <p:nvSpPr>
          <p:cNvPr id="5536" name="TextBox 11"/>
          <p:cNvSpPr txBox="1"/>
          <p:nvPr/>
        </p:nvSpPr>
        <p:spPr>
          <a:xfrm>
            <a:off x="5458968" y="7621167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019"/>
              </a:lnSpc>
            </a:pPr>
            <a:r>
              <a:rPr lang="pt-BR" sz="850" b="1">
                <a:solidFill>
                  <a:srgbClr val="FFE600"/>
                </a:solidFill>
                <a:latin typeface="Overpass"/>
              </a:rPr>
              <a:t>{{S13_5536}}</a:t>
            </a:r>
          </a:p>
        </p:txBody>
      </p:sp>
      <p:sp>
        <p:nvSpPr>
          <p:cNvPr id="5537" name="Rectangle 12"/>
          <p:cNvSpPr/>
          <p:nvPr/>
        </p:nvSpPr>
        <p:spPr>
          <a:xfrm>
            <a:off x="685800" y="7868055"/>
            <a:ext cx="6327648" cy="310896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38" name="TextBox 13"/>
          <p:cNvSpPr txBox="1"/>
          <p:nvPr/>
        </p:nvSpPr>
        <p:spPr>
          <a:xfrm>
            <a:off x="832104" y="7950351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lang="en-US" sz="1000" b="1" u="sng" noProof="1">
                <a:solidFill>
                  <a:srgbClr val="1A1A24"/>
                </a:solidFill>
                <a:latin typeface="Overpass"/>
              </a:rPr>
              <a:t>{{S13_5538}}</a:t>
            </a:r>
          </a:p>
        </p:txBody>
      </p:sp>
      <p:sp>
        <p:nvSpPr>
          <p:cNvPr id="5539" name="TextBox 14"/>
          <p:cNvSpPr txBox="1"/>
          <p:nvPr/>
        </p:nvSpPr>
        <p:spPr>
          <a:xfrm>
            <a:off x="2615184" y="7959495"/>
            <a:ext cx="219456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9"/>
              </a:lnSpc>
            </a:pPr>
            <a:r>
              <a:rPr lang="pt-BR" sz="850" b="0">
                <a:solidFill>
                  <a:srgbClr val="1A1A24"/>
                </a:solidFill>
                <a:latin typeface="Overpass"/>
              </a:rPr>
              <a:t>{{S13_5539}}</a:t>
            </a:r>
          </a:p>
        </p:txBody>
      </p:sp>
      <p:sp>
        <p:nvSpPr>
          <p:cNvPr id="5540" name="Rectangle 15"/>
          <p:cNvSpPr/>
          <p:nvPr/>
        </p:nvSpPr>
        <p:spPr>
          <a:xfrm>
            <a:off x="5856529" y="7913775"/>
            <a:ext cx="1102054" cy="219456"/>
          </a:xfrm>
          <a:prstGeom prst="rect">
            <a:avLst/>
          </a:prstGeom>
          <a:solidFill>
            <a:srgbClr val="E03C31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FFFFFF"/>
                </a:solidFill>
                <a:latin typeface="Overpass"/>
              </a:rPr>
              <a:t>{{S13_5540}}</a:t>
            </a:r>
          </a:p>
        </p:txBody>
      </p:sp>
      <p:sp>
        <p:nvSpPr>
          <p:cNvPr id="5541" name="TextBox 16"/>
          <p:cNvSpPr txBox="1"/>
          <p:nvPr/>
        </p:nvSpPr>
        <p:spPr>
          <a:xfrm>
            <a:off x="4466089" y="7968639"/>
            <a:ext cx="1317287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960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{{S13_5541}}</a:t>
            </a:r>
          </a:p>
        </p:txBody>
      </p:sp>
      <p:sp>
        <p:nvSpPr>
          <p:cNvPr id="5542" name="Rectangle 17"/>
          <p:cNvSpPr/>
          <p:nvPr/>
        </p:nvSpPr>
        <p:spPr>
          <a:xfrm>
            <a:off x="832104" y="8288679"/>
            <a:ext cx="629539" cy="17373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748"/>
              </a:lnSpc>
            </a:pPr>
            <a:r>
              <a:rPr lang="pt-BR" sz="680" b="1" spc="60">
                <a:solidFill>
                  <a:srgbClr val="1A1A24"/>
                </a:solidFill>
                <a:latin typeface="Overpass"/>
              </a:rPr>
              <a:t>{{S13_5542}}</a:t>
            </a:r>
          </a:p>
        </p:txBody>
      </p:sp>
      <p:sp>
        <p:nvSpPr>
          <p:cNvPr id="5543" name="TextBox 18"/>
          <p:cNvSpPr txBox="1"/>
          <p:nvPr/>
        </p:nvSpPr>
        <p:spPr>
          <a:xfrm>
            <a:off x="832104" y="8517279"/>
            <a:ext cx="6035040" cy="4358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144"/>
              </a:lnSpc>
            </a:pPr>
            <a:r>
              <a:rPr lang="pt-BR" sz="880" b="0">
                <a:solidFill>
                  <a:srgbClr val="1A1A24"/>
                </a:solidFill>
                <a:latin typeface="Overpass"/>
              </a:rPr>
              <a:t>{{S13_5543}}</a:t>
            </a:r>
          </a:p>
        </p:txBody>
      </p:sp>
      <p:sp>
        <p:nvSpPr>
          <p:cNvPr id="5544" name="Rectangle 21"/>
          <p:cNvSpPr/>
          <p:nvPr/>
        </p:nvSpPr>
        <p:spPr>
          <a:xfrm>
            <a:off x="832104" y="9017151"/>
            <a:ext cx="609992" cy="17373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748"/>
              </a:lnSpc>
            </a:pPr>
            <a:r>
              <a:rPr lang="pt-BR" sz="680" b="1" spc="60">
                <a:solidFill>
                  <a:srgbClr val="1A1A24"/>
                </a:solidFill>
                <a:latin typeface="Overpass"/>
              </a:rPr>
              <a:t>{{S13_5544}}</a:t>
            </a:r>
          </a:p>
        </p:txBody>
      </p:sp>
      <p:sp>
        <p:nvSpPr>
          <p:cNvPr id="5545" name="TextBox 18"/>
          <p:cNvSpPr txBox="1"/>
          <p:nvPr/>
        </p:nvSpPr>
        <p:spPr>
          <a:xfrm>
            <a:off x="832104" y="9245751"/>
            <a:ext cx="6035040" cy="1452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144"/>
              </a:lnSpc>
            </a:pPr>
            <a:r>
              <a:rPr lang="pt-BR" sz="880" b="0">
                <a:solidFill>
                  <a:srgbClr val="1A1A24"/>
                </a:solidFill>
                <a:latin typeface="Overpass"/>
              </a:rPr>
              <a:t>{{S13_5545}}</a:t>
            </a:r>
          </a:p>
        </p:txBody>
      </p:sp>
      <p:sp>
        <p:nvSpPr>
          <p:cNvPr id="5546" name="TextBox 23"/>
          <p:cNvSpPr txBox="1"/>
          <p:nvPr/>
        </p:nvSpPr>
        <p:spPr>
          <a:xfrm>
            <a:off x="832104" y="9455047"/>
            <a:ext cx="603504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50"/>
              </a:lnSpc>
            </a:pPr>
            <a:r>
              <a:rPr lang="pt-BR" sz="680" b="1" spc="80">
                <a:solidFill>
                  <a:srgbClr val="1A1A24"/>
                </a:solidFill>
                <a:latin typeface="Overpass"/>
              </a:rPr>
              <a:t>{{S13_5546}}</a:t>
            </a:r>
          </a:p>
        </p:txBody>
      </p:sp>
      <p:sp>
        <p:nvSpPr>
          <p:cNvPr id="5547" name="TextBox 24"/>
          <p:cNvSpPr txBox="1"/>
          <p:nvPr/>
        </p:nvSpPr>
        <p:spPr>
          <a:xfrm>
            <a:off x="832104" y="9610495"/>
            <a:ext cx="6035040" cy="1036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16"/>
              </a:lnSpc>
            </a:pPr>
            <a:r>
              <a:rPr lang="pt-BR" sz="680" b="0">
                <a:solidFill>
                  <a:srgbClr val="1A1A24"/>
                </a:solidFill>
                <a:latin typeface="Overpass"/>
              </a:rPr>
              <a:t>{{S13_5547}}</a:t>
            </a:r>
          </a:p>
        </p:txBody>
      </p:sp>
      <p:cxnSp>
        <p:nvCxnSpPr>
          <p:cNvPr id="5548" name="Connector 25"/>
          <p:cNvCxnSpPr/>
          <p:nvPr/>
        </p:nvCxnSpPr>
        <p:spPr>
          <a:xfrm>
            <a:off x="685800" y="9768991"/>
            <a:ext cx="6327648" cy="0"/>
          </a:xfrm>
          <a:prstGeom prst="line">
            <a:avLst/>
          </a:prstGeom>
          <a:ln w="9525">
            <a:solidFill>
              <a:srgbClr val="D9D9E3"/>
            </a:solidFill>
          </a:ln>
          <a:effectLst/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384048"/>
            <a:ext cx="786333" cy="23774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FFC000"/>
                </a:solidFill>
                <a:latin typeface="Overpass"/>
              </a:rPr>
              <a:t>{{S14_2}}</a:t>
            </a:r>
          </a:p>
        </p:txBody>
      </p:sp>
      <p:pic>
        <p:nvPicPr>
          <p:cNvPr id="3" name="Logo EY" descr="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014" y="246888"/>
            <a:ext cx="482433" cy="56692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685800" y="10058400"/>
            <a:ext cx="6327648" cy="0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685800" y="10131552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11"/>
              </a:lnSpc>
            </a:pPr>
            <a:r>
              <a:rPr lang="pt-BR" sz="650" b="0">
                <a:solidFill>
                  <a:srgbClr val="1A1A24"/>
                </a:solidFill>
                <a:latin typeface="Overpass"/>
              </a:rPr>
              <a:t>{{S14_5}}</a:t>
            </a:r>
          </a:p>
        </p:txBody>
      </p:sp>
      <p:sp>
        <p:nvSpPr>
          <p:cNvPr id="6" name="Rectangle 5"/>
          <p:cNvSpPr/>
          <p:nvPr/>
        </p:nvSpPr>
        <p:spPr>
          <a:xfrm>
            <a:off x="6775704" y="10113264"/>
            <a:ext cx="237744" cy="21945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{{S14_6}}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-352380" y="1650828"/>
            <a:ext cx="1436281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75"/>
              </a:lnSpc>
            </a:pPr>
            <a:r>
              <a:rPr lang="pt-BR" sz="700" b="1" spc="120">
                <a:solidFill>
                  <a:srgbClr val="1A1A24"/>
                </a:solidFill>
                <a:latin typeface="Overpass"/>
              </a:rPr>
              <a:t>{{S14_7}}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2597569"/>
            <a:ext cx="0" cy="7186511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846" name="TextBox 8"/>
          <p:cNvSpPr txBox="1"/>
          <p:nvPr/>
        </p:nvSpPr>
        <p:spPr>
          <a:xfrm>
            <a:off x="685800" y="1097280"/>
            <a:ext cx="632764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lang="pt-BR" sz="2000" b="1">
                <a:solidFill>
                  <a:srgbClr val="1A1A24"/>
                </a:solidFill>
                <a:latin typeface="Overpass"/>
              </a:rPr>
              <a:t>{{S14_5846}}</a:t>
            </a:r>
          </a:p>
        </p:txBody>
      </p:sp>
      <p:sp>
        <p:nvSpPr>
          <p:cNvPr id="5847" name="TextBox 16"/>
          <p:cNvSpPr txBox="1"/>
          <p:nvPr/>
        </p:nvSpPr>
        <p:spPr>
          <a:xfrm>
            <a:off x="685800" y="1536192"/>
            <a:ext cx="6327648" cy="607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197"/>
              </a:lnSpc>
            </a:pPr>
            <a:r>
              <a:rPr lang="pt-BR" sz="950" b="0">
                <a:solidFill>
                  <a:srgbClr val="1A1A24"/>
                </a:solidFill>
                <a:latin typeface="Overpass"/>
              </a:rPr>
              <a:t>{{S14_5847}}</a:t>
            </a:r>
          </a:p>
        </p:txBody>
      </p:sp>
      <p:sp>
        <p:nvSpPr>
          <p:cNvPr id="5848" name="Rectangle 9"/>
          <p:cNvSpPr/>
          <p:nvPr/>
        </p:nvSpPr>
        <p:spPr>
          <a:xfrm>
            <a:off x="685800" y="2308654"/>
            <a:ext cx="6327648" cy="512064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10"/>
          <p:cNvSpPr txBox="1"/>
          <p:nvPr/>
        </p:nvSpPr>
        <p:spPr>
          <a:xfrm>
            <a:off x="1234440" y="2409238"/>
            <a:ext cx="4032503" cy="3566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11"/>
              </a:lnSpc>
            </a:pPr>
            <a:r>
              <a:rPr lang="pt-BR" sz="1150" b="1">
                <a:solidFill>
                  <a:srgbClr val="FFFFFF"/>
                </a:solidFill>
                <a:latin typeface="Overpass"/>
              </a:rPr>
              <a:t>{{S14_9}}</a:t>
            </a:r>
          </a:p>
        </p:txBody>
      </p:sp>
      <p:sp>
        <p:nvSpPr>
          <p:cNvPr id="5850" name="TextBox 11"/>
          <p:cNvSpPr txBox="1"/>
          <p:nvPr/>
        </p:nvSpPr>
        <p:spPr>
          <a:xfrm>
            <a:off x="5458968" y="242752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019"/>
              </a:lnSpc>
            </a:pPr>
            <a:r>
              <a:rPr lang="pt-BR" sz="850" b="1">
                <a:solidFill>
                  <a:srgbClr val="FFE600"/>
                </a:solidFill>
                <a:latin typeface="Overpass"/>
              </a:rPr>
              <a:t>{{S14_5850}}</a:t>
            </a:r>
          </a:p>
        </p:txBody>
      </p:sp>
      <p:sp>
        <p:nvSpPr>
          <p:cNvPr id="5851" name="Rectangle 12"/>
          <p:cNvSpPr/>
          <p:nvPr/>
        </p:nvSpPr>
        <p:spPr>
          <a:xfrm>
            <a:off x="685800" y="2820718"/>
            <a:ext cx="6327648" cy="310896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52" name="TextBox 13"/>
          <p:cNvSpPr txBox="1"/>
          <p:nvPr/>
        </p:nvSpPr>
        <p:spPr>
          <a:xfrm>
            <a:off x="832104" y="290301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lang="en-US" sz="1000" b="1" u="sng" noProof="1">
                <a:solidFill>
                  <a:srgbClr val="1A1A24"/>
                </a:solidFill>
                <a:latin typeface="Overpass"/>
              </a:rPr>
              <a:t>{{S14_5852}}</a:t>
            </a:r>
          </a:p>
        </p:txBody>
      </p:sp>
      <p:sp>
        <p:nvSpPr>
          <p:cNvPr id="5853" name="TextBox 14"/>
          <p:cNvSpPr txBox="1"/>
          <p:nvPr/>
        </p:nvSpPr>
        <p:spPr>
          <a:xfrm>
            <a:off x="2615184" y="2912158"/>
            <a:ext cx="219456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9"/>
              </a:lnSpc>
            </a:pPr>
            <a:r>
              <a:rPr lang="pt-BR" sz="850" b="0">
                <a:solidFill>
                  <a:srgbClr val="1A1A24"/>
                </a:solidFill>
                <a:latin typeface="Overpass"/>
              </a:rPr>
              <a:t>{{S14_5853}}</a:t>
            </a:r>
          </a:p>
        </p:txBody>
      </p:sp>
      <p:sp>
        <p:nvSpPr>
          <p:cNvPr id="5854" name="Rectangle 14"/>
          <p:cNvSpPr/>
          <p:nvPr/>
        </p:nvSpPr>
        <p:spPr>
          <a:xfrm>
            <a:off x="5999702" y="2866438"/>
            <a:ext cx="958881" cy="219456"/>
          </a:xfrm>
          <a:prstGeom prst="rect">
            <a:avLst/>
          </a:prstGeom>
          <a:solidFill>
            <a:srgbClr val="FF9831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{{S14_5854}}</a:t>
            </a:r>
          </a:p>
        </p:txBody>
      </p:sp>
      <p:sp>
        <p:nvSpPr>
          <p:cNvPr id="5855" name="TextBox 16"/>
          <p:cNvSpPr txBox="1"/>
          <p:nvPr/>
        </p:nvSpPr>
        <p:spPr>
          <a:xfrm>
            <a:off x="4782042" y="2921302"/>
            <a:ext cx="114450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960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{{S14_5855}}</a:t>
            </a:r>
          </a:p>
        </p:txBody>
      </p:sp>
      <p:sp>
        <p:nvSpPr>
          <p:cNvPr id="5856" name="Rectangle 17"/>
          <p:cNvSpPr/>
          <p:nvPr/>
        </p:nvSpPr>
        <p:spPr>
          <a:xfrm>
            <a:off x="832104" y="3241342"/>
            <a:ext cx="629539" cy="17373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748"/>
              </a:lnSpc>
            </a:pPr>
            <a:r>
              <a:rPr lang="pt-BR" sz="680" b="1" spc="60">
                <a:solidFill>
                  <a:srgbClr val="1A1A24"/>
                </a:solidFill>
                <a:latin typeface="Overpass"/>
              </a:rPr>
              <a:t>{{S14_5856}}</a:t>
            </a:r>
          </a:p>
        </p:txBody>
      </p:sp>
      <p:sp>
        <p:nvSpPr>
          <p:cNvPr id="5857" name="TextBox 18"/>
          <p:cNvSpPr txBox="1"/>
          <p:nvPr/>
        </p:nvSpPr>
        <p:spPr>
          <a:xfrm>
            <a:off x="832104" y="3469942"/>
            <a:ext cx="6035040" cy="5811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144"/>
              </a:lnSpc>
            </a:pPr>
            <a:r>
              <a:rPr lang="pt-BR" sz="880" b="0">
                <a:solidFill>
                  <a:srgbClr val="1A1A24"/>
                </a:solidFill>
                <a:latin typeface="Overpass"/>
              </a:rPr>
              <a:t>{{S14_5857}}</a:t>
            </a:r>
          </a:p>
        </p:txBody>
      </p:sp>
      <p:sp>
        <p:nvSpPr>
          <p:cNvPr id="5858" name="Rectangle 21"/>
          <p:cNvSpPr/>
          <p:nvPr/>
        </p:nvSpPr>
        <p:spPr>
          <a:xfrm>
            <a:off x="832104" y="4115102"/>
            <a:ext cx="609992" cy="17373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748"/>
              </a:lnSpc>
            </a:pPr>
            <a:r>
              <a:rPr lang="pt-BR" sz="680" b="1" spc="60">
                <a:solidFill>
                  <a:srgbClr val="1A1A24"/>
                </a:solidFill>
                <a:latin typeface="Overpass"/>
              </a:rPr>
              <a:t>{{S14_5858}}</a:t>
            </a:r>
          </a:p>
        </p:txBody>
      </p:sp>
      <p:sp>
        <p:nvSpPr>
          <p:cNvPr id="5859" name="TextBox 18"/>
          <p:cNvSpPr txBox="1"/>
          <p:nvPr/>
        </p:nvSpPr>
        <p:spPr>
          <a:xfrm>
            <a:off x="832104" y="4343702"/>
            <a:ext cx="6035040" cy="1452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144"/>
              </a:lnSpc>
            </a:pPr>
            <a:r>
              <a:rPr lang="pt-BR" sz="880" b="0">
                <a:solidFill>
                  <a:srgbClr val="1A1A24"/>
                </a:solidFill>
                <a:latin typeface="Overpass"/>
              </a:rPr>
              <a:t>{{S14_5859}}</a:t>
            </a:r>
          </a:p>
        </p:txBody>
      </p:sp>
      <p:sp>
        <p:nvSpPr>
          <p:cNvPr id="5860" name="TextBox 23"/>
          <p:cNvSpPr txBox="1"/>
          <p:nvPr/>
        </p:nvSpPr>
        <p:spPr>
          <a:xfrm>
            <a:off x="832104" y="4552998"/>
            <a:ext cx="603504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50"/>
              </a:lnSpc>
            </a:pPr>
            <a:r>
              <a:rPr lang="pt-BR" sz="680" b="1" spc="80">
                <a:solidFill>
                  <a:srgbClr val="1A1A24"/>
                </a:solidFill>
                <a:latin typeface="Overpass"/>
              </a:rPr>
              <a:t>{{S14_5860}}</a:t>
            </a:r>
          </a:p>
        </p:txBody>
      </p:sp>
      <p:sp>
        <p:nvSpPr>
          <p:cNvPr id="5861" name="TextBox 24"/>
          <p:cNvSpPr txBox="1"/>
          <p:nvPr/>
        </p:nvSpPr>
        <p:spPr>
          <a:xfrm>
            <a:off x="832104" y="4708446"/>
            <a:ext cx="6035040" cy="1036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16"/>
              </a:lnSpc>
            </a:pPr>
            <a:r>
              <a:rPr lang="pt-BR" sz="680" b="0">
                <a:solidFill>
                  <a:srgbClr val="1A1A24"/>
                </a:solidFill>
                <a:latin typeface="Overpass"/>
              </a:rPr>
              <a:t>{{S14_5861}}</a:t>
            </a:r>
          </a:p>
        </p:txBody>
      </p:sp>
      <p:cxnSp>
        <p:nvCxnSpPr>
          <p:cNvPr id="5862" name="Connector 25"/>
          <p:cNvCxnSpPr/>
          <p:nvPr/>
        </p:nvCxnSpPr>
        <p:spPr>
          <a:xfrm>
            <a:off x="685800" y="4866942"/>
            <a:ext cx="6327648" cy="0"/>
          </a:xfrm>
          <a:prstGeom prst="line">
            <a:avLst/>
          </a:prstGeom>
          <a:ln w="9525">
            <a:solidFill>
              <a:srgbClr val="D9D9E3"/>
            </a:solidFill>
          </a:ln>
          <a:effectLst/>
        </p:spPr>
      </p:cxnSp>
      <p:sp>
        <p:nvSpPr>
          <p:cNvPr id="5863" name="Rectangle 9"/>
          <p:cNvSpPr/>
          <p:nvPr/>
        </p:nvSpPr>
        <p:spPr>
          <a:xfrm>
            <a:off x="685800" y="4976670"/>
            <a:ext cx="6327648" cy="365760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234440" y="5077254"/>
            <a:ext cx="4032503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11"/>
              </a:lnSpc>
            </a:pPr>
            <a:r>
              <a:rPr lang="pt-BR" sz="1150" b="1">
                <a:solidFill>
                  <a:srgbClr val="FFFFFF"/>
                </a:solidFill>
                <a:latin typeface="Overpass"/>
              </a:rPr>
              <a:t>{{S14_10}}</a:t>
            </a:r>
          </a:p>
        </p:txBody>
      </p:sp>
      <p:sp>
        <p:nvSpPr>
          <p:cNvPr id="5865" name="TextBox 11"/>
          <p:cNvSpPr txBox="1"/>
          <p:nvPr/>
        </p:nvSpPr>
        <p:spPr>
          <a:xfrm>
            <a:off x="5458968" y="509554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019"/>
              </a:lnSpc>
            </a:pPr>
            <a:r>
              <a:rPr lang="pt-BR" sz="850" b="1">
                <a:solidFill>
                  <a:srgbClr val="FFE600"/>
                </a:solidFill>
                <a:latin typeface="Overpass"/>
              </a:rPr>
              <a:t>{{S14_5865}}</a:t>
            </a:r>
          </a:p>
        </p:txBody>
      </p:sp>
      <p:sp>
        <p:nvSpPr>
          <p:cNvPr id="5866" name="Rectangle 12"/>
          <p:cNvSpPr/>
          <p:nvPr/>
        </p:nvSpPr>
        <p:spPr>
          <a:xfrm>
            <a:off x="685800" y="5342430"/>
            <a:ext cx="6327648" cy="310896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67" name="TextBox 13"/>
          <p:cNvSpPr txBox="1"/>
          <p:nvPr/>
        </p:nvSpPr>
        <p:spPr>
          <a:xfrm>
            <a:off x="832104" y="5424726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lang="en-US" sz="1000" b="1" u="sng" noProof="1">
                <a:solidFill>
                  <a:srgbClr val="1A1A24"/>
                </a:solidFill>
                <a:latin typeface="Overpass"/>
              </a:rPr>
              <a:t>{{S14_5867}}</a:t>
            </a:r>
          </a:p>
        </p:txBody>
      </p:sp>
      <p:sp>
        <p:nvSpPr>
          <p:cNvPr id="5868" name="TextBox 14"/>
          <p:cNvSpPr txBox="1"/>
          <p:nvPr/>
        </p:nvSpPr>
        <p:spPr>
          <a:xfrm>
            <a:off x="2615184" y="5433870"/>
            <a:ext cx="219456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9"/>
              </a:lnSpc>
            </a:pPr>
            <a:r>
              <a:rPr lang="pt-BR" sz="850" b="0">
                <a:solidFill>
                  <a:srgbClr val="1A1A24"/>
                </a:solidFill>
                <a:latin typeface="Overpass"/>
              </a:rPr>
              <a:t>{{S14_5868}}</a:t>
            </a:r>
          </a:p>
        </p:txBody>
      </p:sp>
      <p:sp>
        <p:nvSpPr>
          <p:cNvPr id="5869" name="Rectangle 14"/>
          <p:cNvSpPr/>
          <p:nvPr/>
        </p:nvSpPr>
        <p:spPr>
          <a:xfrm>
            <a:off x="5993749" y="5388150"/>
            <a:ext cx="964834" cy="219456"/>
          </a:xfrm>
          <a:prstGeom prst="rect">
            <a:avLst/>
          </a:prstGeom>
          <a:solidFill>
            <a:srgbClr val="FF9831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{{S14_5869}}</a:t>
            </a:r>
          </a:p>
        </p:txBody>
      </p:sp>
      <p:sp>
        <p:nvSpPr>
          <p:cNvPr id="5870" name="TextBox 16"/>
          <p:cNvSpPr txBox="1"/>
          <p:nvPr/>
        </p:nvSpPr>
        <p:spPr>
          <a:xfrm>
            <a:off x="4776089" y="5443014"/>
            <a:ext cx="114450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960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{{S14_5870}}</a:t>
            </a:r>
          </a:p>
        </p:txBody>
      </p:sp>
      <p:sp>
        <p:nvSpPr>
          <p:cNvPr id="5871" name="Rectangle 17"/>
          <p:cNvSpPr/>
          <p:nvPr/>
        </p:nvSpPr>
        <p:spPr>
          <a:xfrm>
            <a:off x="832104" y="5763054"/>
            <a:ext cx="629539" cy="17373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748"/>
              </a:lnSpc>
            </a:pPr>
            <a:r>
              <a:rPr lang="pt-BR" sz="680" b="1" spc="60">
                <a:solidFill>
                  <a:srgbClr val="1A1A24"/>
                </a:solidFill>
                <a:latin typeface="Overpass"/>
              </a:rPr>
              <a:t>{{S14_5871}}</a:t>
            </a:r>
          </a:p>
        </p:txBody>
      </p:sp>
      <p:sp>
        <p:nvSpPr>
          <p:cNvPr id="5872" name="TextBox 18"/>
          <p:cNvSpPr txBox="1"/>
          <p:nvPr/>
        </p:nvSpPr>
        <p:spPr>
          <a:xfrm>
            <a:off x="832104" y="5991654"/>
            <a:ext cx="6035040" cy="4358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144"/>
              </a:lnSpc>
            </a:pPr>
            <a:r>
              <a:rPr lang="pt-BR" sz="880" b="0">
                <a:solidFill>
                  <a:srgbClr val="1A1A24"/>
                </a:solidFill>
                <a:latin typeface="Overpass"/>
              </a:rPr>
              <a:t>{{S14_5872}}</a:t>
            </a:r>
          </a:p>
        </p:txBody>
      </p:sp>
      <p:sp>
        <p:nvSpPr>
          <p:cNvPr id="5873" name="Rectangle 21"/>
          <p:cNvSpPr/>
          <p:nvPr/>
        </p:nvSpPr>
        <p:spPr>
          <a:xfrm>
            <a:off x="832104" y="6491526"/>
            <a:ext cx="609992" cy="17373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748"/>
              </a:lnSpc>
            </a:pPr>
            <a:r>
              <a:rPr lang="pt-BR" sz="680" b="1" spc="60">
                <a:solidFill>
                  <a:srgbClr val="1A1A24"/>
                </a:solidFill>
                <a:latin typeface="Overpass"/>
              </a:rPr>
              <a:t>{{S14_5873}}</a:t>
            </a:r>
          </a:p>
        </p:txBody>
      </p:sp>
      <p:sp>
        <p:nvSpPr>
          <p:cNvPr id="5874" name="TextBox 18"/>
          <p:cNvSpPr txBox="1"/>
          <p:nvPr/>
        </p:nvSpPr>
        <p:spPr>
          <a:xfrm>
            <a:off x="832104" y="6720126"/>
            <a:ext cx="6035040" cy="1452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144"/>
              </a:lnSpc>
            </a:pPr>
            <a:r>
              <a:rPr lang="pt-BR" sz="880" b="0">
                <a:solidFill>
                  <a:srgbClr val="1A1A24"/>
                </a:solidFill>
                <a:latin typeface="Overpass"/>
              </a:rPr>
              <a:t>{{S14_5874}}</a:t>
            </a:r>
          </a:p>
        </p:txBody>
      </p:sp>
      <p:sp>
        <p:nvSpPr>
          <p:cNvPr id="5875" name="TextBox 23"/>
          <p:cNvSpPr txBox="1"/>
          <p:nvPr/>
        </p:nvSpPr>
        <p:spPr>
          <a:xfrm>
            <a:off x="832104" y="6929422"/>
            <a:ext cx="603504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50"/>
              </a:lnSpc>
            </a:pPr>
            <a:r>
              <a:rPr lang="pt-BR" sz="680" b="1" spc="80">
                <a:solidFill>
                  <a:srgbClr val="1A1A24"/>
                </a:solidFill>
                <a:latin typeface="Overpass"/>
              </a:rPr>
              <a:t>{{S14_5875}}</a:t>
            </a:r>
          </a:p>
        </p:txBody>
      </p:sp>
      <p:sp>
        <p:nvSpPr>
          <p:cNvPr id="5876" name="TextBox 24"/>
          <p:cNvSpPr txBox="1"/>
          <p:nvPr/>
        </p:nvSpPr>
        <p:spPr>
          <a:xfrm>
            <a:off x="832104" y="7084870"/>
            <a:ext cx="6035040" cy="1036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16"/>
              </a:lnSpc>
            </a:pPr>
            <a:r>
              <a:rPr lang="pt-BR" sz="680" b="0">
                <a:solidFill>
                  <a:srgbClr val="1A1A24"/>
                </a:solidFill>
                <a:latin typeface="Overpass"/>
              </a:rPr>
              <a:t>{{S14_5876}}</a:t>
            </a:r>
          </a:p>
        </p:txBody>
      </p:sp>
      <p:cxnSp>
        <p:nvCxnSpPr>
          <p:cNvPr id="5877" name="Connector 25"/>
          <p:cNvCxnSpPr/>
          <p:nvPr/>
        </p:nvCxnSpPr>
        <p:spPr>
          <a:xfrm>
            <a:off x="685800" y="7243366"/>
            <a:ext cx="6327648" cy="0"/>
          </a:xfrm>
          <a:prstGeom prst="line">
            <a:avLst/>
          </a:prstGeom>
          <a:ln w="9525">
            <a:solidFill>
              <a:srgbClr val="D9D9E3"/>
            </a:solidFill>
          </a:ln>
          <a:effectLst/>
        </p:spPr>
      </p:cxnSp>
      <p:sp>
        <p:nvSpPr>
          <p:cNvPr id="5878" name="Rectangle 9"/>
          <p:cNvSpPr/>
          <p:nvPr/>
        </p:nvSpPr>
        <p:spPr>
          <a:xfrm>
            <a:off x="685800" y="7353094"/>
            <a:ext cx="6327648" cy="365760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7453678"/>
            <a:ext cx="4032503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11"/>
              </a:lnSpc>
            </a:pPr>
            <a:r>
              <a:rPr lang="pt-BR" sz="1150" b="1">
                <a:solidFill>
                  <a:srgbClr val="FFFFFF"/>
                </a:solidFill>
                <a:latin typeface="Overpass"/>
              </a:rPr>
              <a:t>{{S14_11}}</a:t>
            </a:r>
          </a:p>
        </p:txBody>
      </p:sp>
      <p:sp>
        <p:nvSpPr>
          <p:cNvPr id="5880" name="TextBox 11"/>
          <p:cNvSpPr txBox="1"/>
          <p:nvPr/>
        </p:nvSpPr>
        <p:spPr>
          <a:xfrm>
            <a:off x="5458968" y="747196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019"/>
              </a:lnSpc>
            </a:pPr>
            <a:r>
              <a:rPr lang="pt-BR" sz="850" b="1">
                <a:solidFill>
                  <a:srgbClr val="FFE600"/>
                </a:solidFill>
                <a:latin typeface="Overpass"/>
              </a:rPr>
              <a:t>{{S14_5880}}</a:t>
            </a:r>
          </a:p>
        </p:txBody>
      </p:sp>
      <p:sp>
        <p:nvSpPr>
          <p:cNvPr id="5881" name="Rectangle 12"/>
          <p:cNvSpPr/>
          <p:nvPr/>
        </p:nvSpPr>
        <p:spPr>
          <a:xfrm>
            <a:off x="685800" y="7718854"/>
            <a:ext cx="6327648" cy="310896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82" name="TextBox 13"/>
          <p:cNvSpPr txBox="1"/>
          <p:nvPr/>
        </p:nvSpPr>
        <p:spPr>
          <a:xfrm>
            <a:off x="832104" y="7801150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lang="en-US" sz="1000" b="1" u="sng" noProof="1">
                <a:solidFill>
                  <a:srgbClr val="1A1A24"/>
                </a:solidFill>
                <a:latin typeface="Overpass"/>
              </a:rPr>
              <a:t>{{S14_5882}}</a:t>
            </a:r>
          </a:p>
        </p:txBody>
      </p:sp>
      <p:sp>
        <p:nvSpPr>
          <p:cNvPr id="5883" name="TextBox 14"/>
          <p:cNvSpPr txBox="1"/>
          <p:nvPr/>
        </p:nvSpPr>
        <p:spPr>
          <a:xfrm>
            <a:off x="2615184" y="7810294"/>
            <a:ext cx="219456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19"/>
              </a:lnSpc>
            </a:pPr>
            <a:r>
              <a:rPr lang="pt-BR" sz="850" b="0">
                <a:solidFill>
                  <a:srgbClr val="1A1A24"/>
                </a:solidFill>
                <a:latin typeface="Overpass"/>
              </a:rPr>
              <a:t>{{S14_5883}}</a:t>
            </a:r>
          </a:p>
        </p:txBody>
      </p:sp>
      <p:sp>
        <p:nvSpPr>
          <p:cNvPr id="5884" name="Rectangle 15"/>
          <p:cNvSpPr/>
          <p:nvPr/>
        </p:nvSpPr>
        <p:spPr>
          <a:xfrm>
            <a:off x="5785369" y="7764574"/>
            <a:ext cx="1173214" cy="219456"/>
          </a:xfrm>
          <a:prstGeom prst="rect">
            <a:avLst/>
          </a:prstGeom>
          <a:solidFill>
            <a:srgbClr val="E03C31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FFFFFF"/>
                </a:solidFill>
                <a:latin typeface="Overpass"/>
              </a:rPr>
              <a:t>{{S14_5884}}</a:t>
            </a:r>
          </a:p>
        </p:txBody>
      </p:sp>
      <p:sp>
        <p:nvSpPr>
          <p:cNvPr id="5885" name="TextBox 16"/>
          <p:cNvSpPr txBox="1"/>
          <p:nvPr/>
        </p:nvSpPr>
        <p:spPr>
          <a:xfrm>
            <a:off x="4567709" y="7819438"/>
            <a:ext cx="114450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960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{{S14_5885}}</a:t>
            </a:r>
          </a:p>
        </p:txBody>
      </p:sp>
      <p:sp>
        <p:nvSpPr>
          <p:cNvPr id="5886" name="Rectangle 17"/>
          <p:cNvSpPr/>
          <p:nvPr/>
        </p:nvSpPr>
        <p:spPr>
          <a:xfrm>
            <a:off x="832104" y="8139478"/>
            <a:ext cx="629539" cy="17373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748"/>
              </a:lnSpc>
            </a:pPr>
            <a:r>
              <a:rPr lang="pt-BR" sz="680" b="1" spc="60">
                <a:solidFill>
                  <a:srgbClr val="1A1A24"/>
                </a:solidFill>
                <a:latin typeface="Overpass"/>
              </a:rPr>
              <a:t>{{S14_5886}}</a:t>
            </a:r>
          </a:p>
        </p:txBody>
      </p:sp>
      <p:sp>
        <p:nvSpPr>
          <p:cNvPr id="5887" name="TextBox 18"/>
          <p:cNvSpPr txBox="1"/>
          <p:nvPr/>
        </p:nvSpPr>
        <p:spPr>
          <a:xfrm>
            <a:off x="832104" y="8368078"/>
            <a:ext cx="6035040" cy="4358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144"/>
              </a:lnSpc>
            </a:pPr>
            <a:r>
              <a:rPr lang="pt-BR" sz="880" b="0">
                <a:solidFill>
                  <a:srgbClr val="1A1A24"/>
                </a:solidFill>
                <a:latin typeface="Overpass"/>
              </a:rPr>
              <a:t>{{S14_5887}}</a:t>
            </a:r>
          </a:p>
        </p:txBody>
      </p:sp>
      <p:sp>
        <p:nvSpPr>
          <p:cNvPr id="5888" name="Rectangle 21"/>
          <p:cNvSpPr/>
          <p:nvPr/>
        </p:nvSpPr>
        <p:spPr>
          <a:xfrm>
            <a:off x="832104" y="8867950"/>
            <a:ext cx="609992" cy="17373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748"/>
              </a:lnSpc>
            </a:pPr>
            <a:r>
              <a:rPr lang="pt-BR" sz="680" b="1" spc="60">
                <a:solidFill>
                  <a:srgbClr val="1A1A24"/>
                </a:solidFill>
                <a:latin typeface="Overpass"/>
              </a:rPr>
              <a:t>{{S14_5888}}</a:t>
            </a:r>
          </a:p>
        </p:txBody>
      </p:sp>
      <p:sp>
        <p:nvSpPr>
          <p:cNvPr id="5889" name="TextBox 18"/>
          <p:cNvSpPr txBox="1"/>
          <p:nvPr/>
        </p:nvSpPr>
        <p:spPr>
          <a:xfrm>
            <a:off x="832104" y="9096550"/>
            <a:ext cx="6035040" cy="1452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144"/>
              </a:lnSpc>
            </a:pPr>
            <a:r>
              <a:rPr lang="pt-BR" sz="880" b="0">
                <a:solidFill>
                  <a:srgbClr val="1A1A24"/>
                </a:solidFill>
                <a:latin typeface="Overpass"/>
              </a:rPr>
              <a:t>{{S14_5889}}</a:t>
            </a:r>
          </a:p>
        </p:txBody>
      </p:sp>
      <p:sp>
        <p:nvSpPr>
          <p:cNvPr id="5890" name="TextBox 23"/>
          <p:cNvSpPr txBox="1"/>
          <p:nvPr/>
        </p:nvSpPr>
        <p:spPr>
          <a:xfrm>
            <a:off x="832104" y="9305846"/>
            <a:ext cx="603504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50"/>
              </a:lnSpc>
            </a:pPr>
            <a:r>
              <a:rPr lang="pt-BR" sz="680" b="1" spc="80">
                <a:solidFill>
                  <a:srgbClr val="1A1A24"/>
                </a:solidFill>
                <a:latin typeface="Overpass"/>
              </a:rPr>
              <a:t>{{S14_5890}}</a:t>
            </a:r>
          </a:p>
        </p:txBody>
      </p:sp>
      <p:sp>
        <p:nvSpPr>
          <p:cNvPr id="5891" name="TextBox 24"/>
          <p:cNvSpPr txBox="1"/>
          <p:nvPr/>
        </p:nvSpPr>
        <p:spPr>
          <a:xfrm>
            <a:off x="832104" y="9461294"/>
            <a:ext cx="6035040" cy="1036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16"/>
              </a:lnSpc>
            </a:pPr>
            <a:r>
              <a:rPr lang="pt-BR" sz="680" b="0">
                <a:solidFill>
                  <a:srgbClr val="1A1A24"/>
                </a:solidFill>
                <a:latin typeface="Overpass"/>
              </a:rPr>
              <a:t>{{S14_5891}}</a:t>
            </a:r>
          </a:p>
        </p:txBody>
      </p:sp>
      <p:cxnSp>
        <p:nvCxnSpPr>
          <p:cNvPr id="5892" name="Connector 25"/>
          <p:cNvCxnSpPr/>
          <p:nvPr/>
        </p:nvCxnSpPr>
        <p:spPr>
          <a:xfrm>
            <a:off x="685800" y="9619790"/>
            <a:ext cx="6327648" cy="0"/>
          </a:xfrm>
          <a:prstGeom prst="line">
            <a:avLst/>
          </a:prstGeom>
          <a:ln w="9525">
            <a:solidFill>
              <a:srgbClr val="D9D9E3"/>
            </a:solidFill>
          </a:ln>
          <a:effectLst/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da seçã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03120"/>
            <a:ext cx="3566160" cy="8586216"/>
          </a:xfrm>
          <a:prstGeom prst="rect">
            <a:avLst/>
          </a:prstGeom>
        </p:spPr>
      </p:pic>
      <p:pic>
        <p:nvPicPr>
          <p:cNvPr id="3" name="Logo EY" descr="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014" y="246888"/>
            <a:ext cx="482433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 rot="16200000">
            <a:off x="-1467459" y="2519019"/>
            <a:ext cx="4489399" cy="5486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lang="pt-BR" sz="2400" b="0">
                <a:solidFill>
                  <a:srgbClr val="FFFFFF"/>
                </a:solidFill>
                <a:latin typeface="Overpass"/>
              </a:rPr>
              <a:t>{{S15_4}}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5266639"/>
            <a:ext cx="0" cy="4380281"/>
          </a:xfrm>
          <a:prstGeom prst="line">
            <a:avLst/>
          </a:prstGeom>
          <a:ln w="6350">
            <a:solidFill>
              <a:srgbClr val="8A8A99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2788920" y="7269480"/>
            <a:ext cx="5120640" cy="411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000"/>
              </a:lnSpc>
            </a:pPr>
            <a:r>
              <a:rPr lang="pt-BR" sz="30000" b="1">
                <a:solidFill>
                  <a:srgbClr val="FFE600"/>
                </a:solidFill>
                <a:latin typeface="Overpass"/>
              </a:rPr>
              <a:t>{{S15_6}}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2331720"/>
            <a:ext cx="2944368" cy="4071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95"/>
              </a:lnSpc>
            </a:pPr>
            <a:r>
              <a:rPr lang="pt-BR" sz="1150" b="1">
                <a:solidFill>
                  <a:srgbClr val="FFFFFF"/>
                </a:solidFill>
                <a:latin typeface="Overpass"/>
              </a:rPr>
              <a:t>{{S15_7}}</a:t>
            </a:r>
          </a:p>
        </p:txBody>
      </p:sp>
      <p:pic>
        <p:nvPicPr>
          <p:cNvPr id="8" name="Ícone lista" descr="list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9710928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9756648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lang="pt-BR" sz="900" b="1">
                <a:solidFill>
                  <a:srgbClr val="FFFFFF"/>
                </a:solidFill>
                <a:latin typeface="Overpass"/>
              </a:rPr>
              <a:t>{{S15_9}}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94005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62"/>
              </a:lnSpc>
            </a:pPr>
            <a:r>
              <a:rPr lang="pt-BR" sz="850" b="1">
                <a:solidFill>
                  <a:srgbClr val="FFE600"/>
                </a:solidFill>
                <a:latin typeface="Overpass"/>
              </a:rPr>
              <a:t>{{S15_10}}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940050"/>
            <a:ext cx="2578608" cy="1623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62"/>
              </a:lnSpc>
            </a:pPr>
            <a:r>
              <a:rPr lang="pt-BR" sz="850" b="0">
                <a:solidFill>
                  <a:srgbClr val="FFFFFF"/>
                </a:solidFill>
                <a:latin typeface="Overpass"/>
              </a:rPr>
              <a:t>{{S15_11}}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3184715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62"/>
              </a:lnSpc>
            </a:pPr>
            <a:r>
              <a:rPr lang="pt-BR" sz="850" b="1">
                <a:solidFill>
                  <a:srgbClr val="FFE600"/>
                </a:solidFill>
                <a:latin typeface="Overpass"/>
              </a:rPr>
              <a:t>{{S15_12}}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184715"/>
            <a:ext cx="2578608" cy="1623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62"/>
              </a:lnSpc>
            </a:pPr>
            <a:r>
              <a:rPr lang="pt-BR" sz="850" b="0">
                <a:solidFill>
                  <a:srgbClr val="FFFFFF"/>
                </a:solidFill>
                <a:latin typeface="Overpass"/>
              </a:rPr>
              <a:t>{{S15_13}}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342938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62"/>
              </a:lnSpc>
            </a:pPr>
            <a:r>
              <a:rPr lang="pt-BR" sz="850" b="1">
                <a:solidFill>
                  <a:srgbClr val="FFE600"/>
                </a:solidFill>
                <a:latin typeface="Overpass"/>
              </a:rPr>
              <a:t>{{S15_14}}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429380"/>
            <a:ext cx="2578608" cy="1623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62"/>
              </a:lnSpc>
            </a:pPr>
            <a:r>
              <a:rPr lang="pt-BR" sz="850" b="0">
                <a:solidFill>
                  <a:srgbClr val="FFFFFF"/>
                </a:solidFill>
                <a:latin typeface="Overpass"/>
              </a:rPr>
              <a:t>{{S15_15}}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384048"/>
            <a:ext cx="786333" cy="23774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FFC000"/>
                </a:solidFill>
                <a:latin typeface="Overpass"/>
              </a:rPr>
              <a:t>{{S16_2}}</a:t>
            </a:r>
          </a:p>
        </p:txBody>
      </p:sp>
      <p:pic>
        <p:nvPicPr>
          <p:cNvPr id="3" name="Logo EY" descr="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014" y="246888"/>
            <a:ext cx="482433" cy="56692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685800" y="10058400"/>
            <a:ext cx="6327648" cy="0"/>
          </a:xfrm>
          <a:prstGeom prst="line">
            <a:avLst/>
          </a:prstGeom>
          <a:ln w="6350">
            <a:solidFill>
              <a:srgbClr val="4A4A57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685800" y="10131552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11"/>
              </a:lnSpc>
            </a:pPr>
            <a:r>
              <a:rPr lang="pt-BR" sz="650" b="0">
                <a:solidFill>
                  <a:srgbClr val="FFFFFF"/>
                </a:solidFill>
                <a:latin typeface="Overpass"/>
              </a:rPr>
              <a:t>{{S16_5}}</a:t>
            </a:r>
          </a:p>
        </p:txBody>
      </p:sp>
      <p:sp>
        <p:nvSpPr>
          <p:cNvPr id="6" name="Rectangle 5"/>
          <p:cNvSpPr/>
          <p:nvPr/>
        </p:nvSpPr>
        <p:spPr>
          <a:xfrm>
            <a:off x="6775704" y="10113264"/>
            <a:ext cx="237744" cy="21945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{{S16_6}}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-182467" y="1480915"/>
            <a:ext cx="1096454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75"/>
              </a:lnSpc>
            </a:pPr>
            <a:r>
              <a:rPr lang="pt-BR" sz="700" b="1" spc="120">
                <a:solidFill>
                  <a:srgbClr val="FFFFFF"/>
                </a:solidFill>
                <a:latin typeface="Overpass"/>
              </a:rPr>
              <a:t>{{S16_7}}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2257742"/>
            <a:ext cx="0" cy="7526338"/>
          </a:xfrm>
          <a:prstGeom prst="line">
            <a:avLst/>
          </a:prstGeom>
          <a:ln w="6350">
            <a:solidFill>
              <a:srgbClr val="4A4A57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685800" y="1097280"/>
            <a:ext cx="6327648" cy="3749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92"/>
              </a:lnSpc>
            </a:pPr>
            <a:r>
              <a:rPr lang="pt-BR" sz="2400" b="1">
                <a:solidFill>
                  <a:srgbClr val="FFFFFF"/>
                </a:solidFill>
                <a:latin typeface="Overpass"/>
              </a:rPr>
              <a:t>{{S16_9}}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99616"/>
            <a:ext cx="632764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250"/>
              </a:lnSpc>
            </a:pPr>
            <a:r>
              <a:rPr lang="pt-BR" sz="1000" b="0">
                <a:solidFill>
                  <a:srgbClr val="FFFFFF"/>
                </a:solidFill>
                <a:latin typeface="Overpass"/>
              </a:rPr>
              <a:t>{{S16_10}}</a:t>
            </a:r>
          </a:p>
        </p:txBody>
      </p:sp>
      <p:sp>
        <p:nvSpPr>
          <p:cNvPr id="11" name="País VE"/>
          <p:cNvSpPr/>
          <p:nvPr/>
        </p:nvSpPr>
        <p:spPr>
          <a:xfrm>
            <a:off x="4889131" y="3559457"/>
            <a:ext cx="14389" cy="7125"/>
          </a:xfrm>
          <a:custGeom>
            <a:avLst/>
            <a:gdLst/>
            <a:ahLst/>
            <a:cxnLst/>
            <a:rect l="l" t="t" r="r" b="b"/>
            <a:pathLst>
              <a:path w="14389" h="7125">
                <a:moveTo>
                  <a:pt x="8312" y="4820"/>
                </a:moveTo>
                <a:lnTo>
                  <a:pt x="0" y="7125"/>
                </a:lnTo>
                <a:lnTo>
                  <a:pt x="8312" y="0"/>
                </a:lnTo>
                <a:lnTo>
                  <a:pt x="14389" y="349"/>
                </a:lnTo>
                <a:lnTo>
                  <a:pt x="10338" y="2165"/>
                </a:lnTo>
                <a:lnTo>
                  <a:pt x="8312" y="4820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aís VE"/>
          <p:cNvSpPr/>
          <p:nvPr/>
        </p:nvSpPr>
        <p:spPr>
          <a:xfrm>
            <a:off x="4647248" y="3425209"/>
            <a:ext cx="41001" cy="16973"/>
          </a:xfrm>
          <a:custGeom>
            <a:avLst/>
            <a:gdLst/>
            <a:ahLst/>
            <a:cxnLst/>
            <a:rect l="l" t="t" r="r" b="b"/>
            <a:pathLst>
              <a:path w="41001" h="16973">
                <a:moveTo>
                  <a:pt x="38765" y="0"/>
                </a:moveTo>
                <a:lnTo>
                  <a:pt x="41001" y="9080"/>
                </a:lnTo>
                <a:lnTo>
                  <a:pt x="40232" y="10757"/>
                </a:lnTo>
                <a:lnTo>
                  <a:pt x="33946" y="16973"/>
                </a:lnTo>
                <a:lnTo>
                  <a:pt x="0" y="10408"/>
                </a:lnTo>
                <a:lnTo>
                  <a:pt x="13341" y="3004"/>
                </a:lnTo>
                <a:lnTo>
                  <a:pt x="26193" y="8941"/>
                </a:lnTo>
                <a:lnTo>
                  <a:pt x="38765" y="0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aís VE"/>
          <p:cNvSpPr/>
          <p:nvPr/>
        </p:nvSpPr>
        <p:spPr>
          <a:xfrm>
            <a:off x="4880121" y="3569096"/>
            <a:ext cx="14598" cy="15576"/>
          </a:xfrm>
          <a:custGeom>
            <a:avLst/>
            <a:gdLst/>
            <a:ahLst/>
            <a:cxnLst/>
            <a:rect l="l" t="t" r="r" b="b"/>
            <a:pathLst>
              <a:path w="14598" h="15576">
                <a:moveTo>
                  <a:pt x="5029" y="14109"/>
                </a:moveTo>
                <a:lnTo>
                  <a:pt x="768" y="15576"/>
                </a:lnTo>
                <a:lnTo>
                  <a:pt x="0" y="8522"/>
                </a:lnTo>
                <a:lnTo>
                  <a:pt x="10826" y="0"/>
                </a:lnTo>
                <a:lnTo>
                  <a:pt x="14598" y="8382"/>
                </a:lnTo>
                <a:lnTo>
                  <a:pt x="10547" y="11944"/>
                </a:lnTo>
                <a:lnTo>
                  <a:pt x="5029" y="14109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aís VE"/>
          <p:cNvSpPr/>
          <p:nvPr/>
        </p:nvSpPr>
        <p:spPr>
          <a:xfrm>
            <a:off x="4021130" y="3351939"/>
            <a:ext cx="944206" cy="802623"/>
          </a:xfrm>
          <a:custGeom>
            <a:avLst/>
            <a:gdLst/>
            <a:ahLst/>
            <a:cxnLst/>
            <a:rect l="l" t="t" r="r" b="b"/>
            <a:pathLst>
              <a:path w="944206" h="802623">
                <a:moveTo>
                  <a:pt x="932401" y="253548"/>
                </a:moveTo>
                <a:lnTo>
                  <a:pt x="944206" y="274572"/>
                </a:lnTo>
                <a:lnTo>
                  <a:pt x="931423" y="288123"/>
                </a:lnTo>
                <a:lnTo>
                  <a:pt x="897687" y="304956"/>
                </a:lnTo>
                <a:lnTo>
                  <a:pt x="883368" y="324234"/>
                </a:lnTo>
                <a:lnTo>
                  <a:pt x="889375" y="347074"/>
                </a:lnTo>
                <a:lnTo>
                  <a:pt x="911028" y="352383"/>
                </a:lnTo>
                <a:lnTo>
                  <a:pt x="911307" y="355317"/>
                </a:lnTo>
                <a:lnTo>
                  <a:pt x="909002" y="361463"/>
                </a:lnTo>
                <a:lnTo>
                  <a:pt x="883647" y="377947"/>
                </a:lnTo>
                <a:lnTo>
                  <a:pt x="853683" y="383046"/>
                </a:lnTo>
                <a:lnTo>
                  <a:pt x="851447" y="386120"/>
                </a:lnTo>
                <a:lnTo>
                  <a:pt x="849701" y="390450"/>
                </a:lnTo>
                <a:lnTo>
                  <a:pt x="854730" y="416643"/>
                </a:lnTo>
                <a:lnTo>
                  <a:pt x="836570" y="435851"/>
                </a:lnTo>
                <a:lnTo>
                  <a:pt x="886651" y="489984"/>
                </a:lnTo>
                <a:lnTo>
                  <a:pt x="889934" y="508912"/>
                </a:lnTo>
                <a:lnTo>
                  <a:pt x="863531" y="533918"/>
                </a:lnTo>
                <a:lnTo>
                  <a:pt x="844113" y="535105"/>
                </a:lnTo>
                <a:lnTo>
                  <a:pt x="825045" y="551101"/>
                </a:lnTo>
                <a:lnTo>
                  <a:pt x="783276" y="564442"/>
                </a:lnTo>
                <a:lnTo>
                  <a:pt x="765185" y="560320"/>
                </a:lnTo>
                <a:lnTo>
                  <a:pt x="744301" y="570029"/>
                </a:lnTo>
                <a:lnTo>
                  <a:pt x="742275" y="575478"/>
                </a:lnTo>
                <a:lnTo>
                  <a:pt x="740529" y="594197"/>
                </a:lnTo>
                <a:lnTo>
                  <a:pt x="734033" y="599645"/>
                </a:lnTo>
                <a:lnTo>
                  <a:pt x="726210" y="599645"/>
                </a:lnTo>
                <a:lnTo>
                  <a:pt x="700576" y="575268"/>
                </a:lnTo>
                <a:lnTo>
                  <a:pt x="652800" y="576246"/>
                </a:lnTo>
                <a:lnTo>
                  <a:pt x="640716" y="562416"/>
                </a:lnTo>
                <a:lnTo>
                  <a:pt x="614034" y="561578"/>
                </a:lnTo>
                <a:lnTo>
                  <a:pt x="599226" y="552009"/>
                </a:lnTo>
                <a:lnTo>
                  <a:pt x="607538" y="570379"/>
                </a:lnTo>
                <a:lnTo>
                  <a:pt x="638690" y="600134"/>
                </a:lnTo>
                <a:lnTo>
                  <a:pt x="638970" y="626816"/>
                </a:lnTo>
                <a:lnTo>
                  <a:pt x="653568" y="664045"/>
                </a:lnTo>
                <a:lnTo>
                  <a:pt x="651053" y="675919"/>
                </a:lnTo>
                <a:lnTo>
                  <a:pt x="697013" y="682205"/>
                </a:lnTo>
                <a:lnTo>
                  <a:pt x="698061" y="687164"/>
                </a:lnTo>
                <a:lnTo>
                  <a:pt x="696525" y="695407"/>
                </a:lnTo>
                <a:lnTo>
                  <a:pt x="653778" y="715802"/>
                </a:lnTo>
                <a:lnTo>
                  <a:pt x="639948" y="743811"/>
                </a:lnTo>
                <a:lnTo>
                  <a:pt x="582602" y="769725"/>
                </a:lnTo>
                <a:lnTo>
                  <a:pt x="545653" y="802623"/>
                </a:lnTo>
                <a:lnTo>
                  <a:pt x="545164" y="798502"/>
                </a:lnTo>
                <a:lnTo>
                  <a:pt x="547958" y="791797"/>
                </a:lnTo>
                <a:lnTo>
                  <a:pt x="544884" y="785999"/>
                </a:lnTo>
                <a:lnTo>
                  <a:pt x="539366" y="782856"/>
                </a:lnTo>
                <a:lnTo>
                  <a:pt x="493616" y="798153"/>
                </a:lnTo>
                <a:lnTo>
                  <a:pt x="453384" y="765255"/>
                </a:lnTo>
                <a:lnTo>
                  <a:pt x="429984" y="683812"/>
                </a:lnTo>
                <a:lnTo>
                  <a:pt x="401556" y="655523"/>
                </a:lnTo>
                <a:lnTo>
                  <a:pt x="384723" y="655523"/>
                </a:lnTo>
                <a:lnTo>
                  <a:pt x="422930" y="612148"/>
                </a:lnTo>
                <a:lnTo>
                  <a:pt x="398553" y="580716"/>
                </a:lnTo>
                <a:lnTo>
                  <a:pt x="385002" y="535874"/>
                </a:lnTo>
                <a:lnTo>
                  <a:pt x="387028" y="482510"/>
                </a:lnTo>
                <a:lnTo>
                  <a:pt x="411614" y="436410"/>
                </a:lnTo>
                <a:lnTo>
                  <a:pt x="411126" y="418948"/>
                </a:lnTo>
                <a:lnTo>
                  <a:pt x="384723" y="411335"/>
                </a:lnTo>
                <a:lnTo>
                  <a:pt x="341976" y="420694"/>
                </a:lnTo>
                <a:lnTo>
                  <a:pt x="275131" y="422929"/>
                </a:lnTo>
                <a:lnTo>
                  <a:pt x="226028" y="365025"/>
                </a:lnTo>
                <a:lnTo>
                  <a:pt x="183561" y="355456"/>
                </a:lnTo>
                <a:lnTo>
                  <a:pt x="156390" y="362720"/>
                </a:lnTo>
                <a:lnTo>
                  <a:pt x="95063" y="359438"/>
                </a:lnTo>
                <a:lnTo>
                  <a:pt x="80954" y="335899"/>
                </a:lnTo>
                <a:lnTo>
                  <a:pt x="62584" y="325142"/>
                </a:lnTo>
                <a:lnTo>
                  <a:pt x="70127" y="281208"/>
                </a:lnTo>
                <a:lnTo>
                  <a:pt x="68172" y="271848"/>
                </a:lnTo>
                <a:lnTo>
                  <a:pt x="66356" y="265213"/>
                </a:lnTo>
                <a:lnTo>
                  <a:pt x="58812" y="257669"/>
                </a:lnTo>
                <a:lnTo>
                  <a:pt x="49033" y="248100"/>
                </a:lnTo>
                <a:lnTo>
                  <a:pt x="44773" y="232594"/>
                </a:lnTo>
                <a:lnTo>
                  <a:pt x="39744" y="214433"/>
                </a:lnTo>
                <a:lnTo>
                  <a:pt x="21653" y="203956"/>
                </a:lnTo>
                <a:lnTo>
                  <a:pt x="0" y="208426"/>
                </a:lnTo>
                <a:lnTo>
                  <a:pt x="25145" y="166867"/>
                </a:lnTo>
                <a:lnTo>
                  <a:pt x="34715" y="117903"/>
                </a:lnTo>
                <a:lnTo>
                  <a:pt x="43725" y="101419"/>
                </a:lnTo>
                <a:lnTo>
                  <a:pt x="47287" y="93875"/>
                </a:lnTo>
                <a:lnTo>
                  <a:pt x="64400" y="74318"/>
                </a:lnTo>
                <a:lnTo>
                  <a:pt x="78230" y="68660"/>
                </a:lnTo>
                <a:lnTo>
                  <a:pt x="94574" y="40302"/>
                </a:lnTo>
                <a:lnTo>
                  <a:pt x="98346" y="35762"/>
                </a:lnTo>
                <a:lnTo>
                  <a:pt x="143049" y="22072"/>
                </a:lnTo>
                <a:lnTo>
                  <a:pt x="131245" y="32130"/>
                </a:lnTo>
                <a:lnTo>
                  <a:pt x="98556" y="42607"/>
                </a:lnTo>
                <a:lnTo>
                  <a:pt x="107147" y="69010"/>
                </a:lnTo>
                <a:lnTo>
                  <a:pt x="110150" y="72921"/>
                </a:lnTo>
                <a:lnTo>
                  <a:pt x="120418" y="81373"/>
                </a:lnTo>
                <a:lnTo>
                  <a:pt x="118183" y="82630"/>
                </a:lnTo>
                <a:lnTo>
                  <a:pt x="114132" y="82700"/>
                </a:lnTo>
                <a:lnTo>
                  <a:pt x="123701" y="106239"/>
                </a:lnTo>
                <a:lnTo>
                  <a:pt x="87520" y="165051"/>
                </a:lnTo>
                <a:lnTo>
                  <a:pt x="112176" y="198647"/>
                </a:lnTo>
                <a:lnTo>
                  <a:pt x="117415" y="216948"/>
                </a:lnTo>
                <a:lnTo>
                  <a:pt x="148357" y="210871"/>
                </a:lnTo>
                <a:lnTo>
                  <a:pt x="150872" y="206540"/>
                </a:lnTo>
                <a:lnTo>
                  <a:pt x="159393" y="197670"/>
                </a:lnTo>
                <a:lnTo>
                  <a:pt x="159952" y="186424"/>
                </a:lnTo>
                <a:lnTo>
                  <a:pt x="161698" y="172664"/>
                </a:lnTo>
                <a:lnTo>
                  <a:pt x="138299" y="133759"/>
                </a:lnTo>
                <a:lnTo>
                  <a:pt x="127263" y="97787"/>
                </a:lnTo>
                <a:lnTo>
                  <a:pt x="132991" y="93875"/>
                </a:lnTo>
                <a:lnTo>
                  <a:pt x="132502" y="84935"/>
                </a:lnTo>
                <a:lnTo>
                  <a:pt x="219043" y="56297"/>
                </a:lnTo>
                <a:lnTo>
                  <a:pt x="224073" y="52386"/>
                </a:lnTo>
                <a:lnTo>
                  <a:pt x="228333" y="46099"/>
                </a:lnTo>
                <a:lnTo>
                  <a:pt x="248729" y="49243"/>
                </a:lnTo>
                <a:lnTo>
                  <a:pt x="250964" y="44493"/>
                </a:lnTo>
                <a:lnTo>
                  <a:pt x="247961" y="35413"/>
                </a:lnTo>
                <a:lnTo>
                  <a:pt x="241395" y="35413"/>
                </a:lnTo>
                <a:lnTo>
                  <a:pt x="221768" y="38695"/>
                </a:lnTo>
                <a:lnTo>
                  <a:pt x="215272" y="20535"/>
                </a:lnTo>
                <a:lnTo>
                  <a:pt x="217996" y="12293"/>
                </a:lnTo>
                <a:lnTo>
                  <a:pt x="220999" y="5588"/>
                </a:lnTo>
                <a:lnTo>
                  <a:pt x="226587" y="2933"/>
                </a:lnTo>
                <a:lnTo>
                  <a:pt x="234829" y="0"/>
                </a:lnTo>
                <a:lnTo>
                  <a:pt x="241185" y="4540"/>
                </a:lnTo>
                <a:lnTo>
                  <a:pt x="244957" y="8731"/>
                </a:lnTo>
                <a:lnTo>
                  <a:pt x="261022" y="48893"/>
                </a:lnTo>
                <a:lnTo>
                  <a:pt x="288682" y="46099"/>
                </a:lnTo>
                <a:lnTo>
                  <a:pt x="301255" y="50081"/>
                </a:lnTo>
                <a:lnTo>
                  <a:pt x="317110" y="52176"/>
                </a:lnTo>
                <a:lnTo>
                  <a:pt x="331918" y="60767"/>
                </a:lnTo>
                <a:lnTo>
                  <a:pt x="347005" y="71105"/>
                </a:lnTo>
                <a:lnTo>
                  <a:pt x="355806" y="90732"/>
                </a:lnTo>
                <a:lnTo>
                  <a:pt x="352313" y="95691"/>
                </a:lnTo>
                <a:lnTo>
                  <a:pt x="354060" y="104073"/>
                </a:lnTo>
                <a:lnTo>
                  <a:pt x="358600" y="112455"/>
                </a:lnTo>
                <a:lnTo>
                  <a:pt x="365096" y="117763"/>
                </a:lnTo>
                <a:lnTo>
                  <a:pt x="497388" y="108055"/>
                </a:lnTo>
                <a:lnTo>
                  <a:pt x="525048" y="134248"/>
                </a:lnTo>
                <a:lnTo>
                  <a:pt x="575338" y="147379"/>
                </a:lnTo>
                <a:lnTo>
                  <a:pt x="594966" y="145284"/>
                </a:lnTo>
                <a:lnTo>
                  <a:pt x="641205" y="120208"/>
                </a:lnTo>
                <a:lnTo>
                  <a:pt x="672916" y="117065"/>
                </a:lnTo>
                <a:lnTo>
                  <a:pt x="636944" y="114271"/>
                </a:lnTo>
                <a:lnTo>
                  <a:pt x="633452" y="107845"/>
                </a:lnTo>
                <a:lnTo>
                  <a:pt x="802414" y="100441"/>
                </a:lnTo>
                <a:lnTo>
                  <a:pt x="767420" y="113992"/>
                </a:lnTo>
                <a:lnTo>
                  <a:pt x="745558" y="112944"/>
                </a:lnTo>
                <a:lnTo>
                  <a:pt x="730261" y="115109"/>
                </a:lnTo>
                <a:lnTo>
                  <a:pt x="746047" y="131943"/>
                </a:lnTo>
                <a:lnTo>
                  <a:pt x="742275" y="148287"/>
                </a:lnTo>
                <a:lnTo>
                  <a:pt x="755616" y="138229"/>
                </a:lnTo>
                <a:lnTo>
                  <a:pt x="771471" y="167356"/>
                </a:lnTo>
                <a:lnTo>
                  <a:pt x="778526" y="160441"/>
                </a:lnTo>
                <a:lnTo>
                  <a:pt x="783276" y="164701"/>
                </a:lnTo>
                <a:lnTo>
                  <a:pt x="783066" y="153665"/>
                </a:lnTo>
                <a:lnTo>
                  <a:pt x="785581" y="153316"/>
                </a:lnTo>
                <a:lnTo>
                  <a:pt x="788584" y="153875"/>
                </a:lnTo>
                <a:lnTo>
                  <a:pt x="812472" y="177903"/>
                </a:lnTo>
                <a:lnTo>
                  <a:pt x="810167" y="165190"/>
                </a:lnTo>
                <a:lnTo>
                  <a:pt x="820225" y="165051"/>
                </a:lnTo>
                <a:lnTo>
                  <a:pt x="822740" y="159602"/>
                </a:lnTo>
                <a:lnTo>
                  <a:pt x="828048" y="162885"/>
                </a:lnTo>
                <a:lnTo>
                  <a:pt x="842158" y="177763"/>
                </a:lnTo>
                <a:lnTo>
                  <a:pt x="847396" y="180347"/>
                </a:lnTo>
                <a:lnTo>
                  <a:pt x="862972" y="183211"/>
                </a:lnTo>
                <a:lnTo>
                  <a:pt x="872542" y="190405"/>
                </a:lnTo>
                <a:lnTo>
                  <a:pt x="878339" y="196831"/>
                </a:lnTo>
                <a:lnTo>
                  <a:pt x="862274" y="211220"/>
                </a:lnTo>
                <a:lnTo>
                  <a:pt x="846628" y="249916"/>
                </a:lnTo>
                <a:lnTo>
                  <a:pt x="820505" y="250195"/>
                </a:lnTo>
                <a:lnTo>
                  <a:pt x="842647" y="263257"/>
                </a:lnTo>
                <a:lnTo>
                  <a:pt x="877850" y="250545"/>
                </a:lnTo>
                <a:lnTo>
                  <a:pt x="899992" y="253688"/>
                </a:lnTo>
                <a:lnTo>
                  <a:pt x="905510" y="249357"/>
                </a:lnTo>
                <a:lnTo>
                  <a:pt x="909771" y="247960"/>
                </a:lnTo>
                <a:lnTo>
                  <a:pt x="921854" y="248868"/>
                </a:lnTo>
                <a:lnTo>
                  <a:pt x="932401" y="253548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País UY"/>
          <p:cNvSpPr/>
          <p:nvPr/>
        </p:nvSpPr>
        <p:spPr>
          <a:xfrm>
            <a:off x="5063891" y="6305532"/>
            <a:ext cx="371173" cy="337086"/>
          </a:xfrm>
          <a:custGeom>
            <a:avLst/>
            <a:gdLst/>
            <a:ahLst/>
            <a:cxnLst/>
            <a:rect l="l" t="t" r="r" b="b"/>
            <a:pathLst>
              <a:path w="371173" h="337086">
                <a:moveTo>
                  <a:pt x="353850" y="253898"/>
                </a:moveTo>
                <a:lnTo>
                  <a:pt x="324933" y="298530"/>
                </a:lnTo>
                <a:lnTo>
                  <a:pt x="309287" y="307960"/>
                </a:lnTo>
                <a:lnTo>
                  <a:pt x="298251" y="318786"/>
                </a:lnTo>
                <a:lnTo>
                  <a:pt x="246983" y="337086"/>
                </a:lnTo>
                <a:lnTo>
                  <a:pt x="193130" y="326051"/>
                </a:lnTo>
                <a:lnTo>
                  <a:pt x="152897" y="334921"/>
                </a:lnTo>
                <a:lnTo>
                  <a:pt x="110639" y="319136"/>
                </a:lnTo>
                <a:lnTo>
                  <a:pt x="88567" y="303490"/>
                </a:lnTo>
                <a:lnTo>
                  <a:pt x="39534" y="303140"/>
                </a:lnTo>
                <a:lnTo>
                  <a:pt x="2515" y="265772"/>
                </a:lnTo>
                <a:lnTo>
                  <a:pt x="0" y="252361"/>
                </a:lnTo>
                <a:lnTo>
                  <a:pt x="5309" y="214852"/>
                </a:lnTo>
                <a:lnTo>
                  <a:pt x="24168" y="199835"/>
                </a:lnTo>
                <a:lnTo>
                  <a:pt x="16624" y="165121"/>
                </a:lnTo>
                <a:lnTo>
                  <a:pt x="21932" y="154713"/>
                </a:lnTo>
                <a:lnTo>
                  <a:pt x="22142" y="149614"/>
                </a:lnTo>
                <a:lnTo>
                  <a:pt x="17392" y="126914"/>
                </a:lnTo>
                <a:lnTo>
                  <a:pt x="31432" y="105750"/>
                </a:lnTo>
                <a:lnTo>
                  <a:pt x="28219" y="91431"/>
                </a:lnTo>
                <a:lnTo>
                  <a:pt x="43795" y="52526"/>
                </a:lnTo>
                <a:lnTo>
                  <a:pt x="43306" y="42328"/>
                </a:lnTo>
                <a:lnTo>
                  <a:pt x="39534" y="33806"/>
                </a:lnTo>
                <a:lnTo>
                  <a:pt x="55320" y="8382"/>
                </a:lnTo>
                <a:lnTo>
                  <a:pt x="85494" y="12363"/>
                </a:lnTo>
                <a:lnTo>
                  <a:pt x="87310" y="11036"/>
                </a:lnTo>
                <a:lnTo>
                  <a:pt x="92060" y="2654"/>
                </a:lnTo>
                <a:lnTo>
                  <a:pt x="112176" y="0"/>
                </a:lnTo>
                <a:lnTo>
                  <a:pt x="167216" y="46798"/>
                </a:lnTo>
                <a:lnTo>
                  <a:pt x="170010" y="67892"/>
                </a:lnTo>
                <a:lnTo>
                  <a:pt x="197949" y="52037"/>
                </a:lnTo>
                <a:lnTo>
                  <a:pt x="228124" y="81932"/>
                </a:lnTo>
                <a:lnTo>
                  <a:pt x="268845" y="96251"/>
                </a:lnTo>
                <a:lnTo>
                  <a:pt x="294479" y="122094"/>
                </a:lnTo>
                <a:lnTo>
                  <a:pt x="326679" y="136134"/>
                </a:lnTo>
                <a:lnTo>
                  <a:pt x="337715" y="160441"/>
                </a:lnTo>
                <a:lnTo>
                  <a:pt x="371173" y="183700"/>
                </a:lnTo>
                <a:lnTo>
                  <a:pt x="342744" y="214014"/>
                </a:lnTo>
                <a:lnTo>
                  <a:pt x="342744" y="247821"/>
                </a:lnTo>
                <a:lnTo>
                  <a:pt x="353850" y="253898"/>
                </a:lnTo>
                <a:close/>
              </a:path>
            </a:pathLst>
          </a:custGeom>
          <a:solidFill>
            <a:srgbClr val="9C7F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País PR"/>
          <p:cNvSpPr/>
          <p:nvPr/>
        </p:nvSpPr>
        <p:spPr>
          <a:xfrm>
            <a:off x="4447343" y="2910499"/>
            <a:ext cx="114900" cy="36601"/>
          </a:xfrm>
          <a:custGeom>
            <a:avLst/>
            <a:gdLst/>
            <a:ahLst/>
            <a:cxnLst/>
            <a:rect l="l" t="t" r="r" b="b"/>
            <a:pathLst>
              <a:path w="114900" h="36601">
                <a:moveTo>
                  <a:pt x="79207" y="3702"/>
                </a:moveTo>
                <a:lnTo>
                  <a:pt x="114201" y="8242"/>
                </a:lnTo>
                <a:lnTo>
                  <a:pt x="114900" y="17881"/>
                </a:lnTo>
                <a:lnTo>
                  <a:pt x="90313" y="36601"/>
                </a:lnTo>
                <a:lnTo>
                  <a:pt x="4819" y="35273"/>
                </a:lnTo>
                <a:lnTo>
                  <a:pt x="6286" y="24237"/>
                </a:lnTo>
                <a:lnTo>
                  <a:pt x="6565" y="19278"/>
                </a:lnTo>
                <a:lnTo>
                  <a:pt x="0" y="9430"/>
                </a:lnTo>
                <a:lnTo>
                  <a:pt x="7543" y="0"/>
                </a:lnTo>
                <a:lnTo>
                  <a:pt x="79207" y="3702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País PR"/>
          <p:cNvSpPr/>
          <p:nvPr/>
        </p:nvSpPr>
        <p:spPr>
          <a:xfrm>
            <a:off x="4565526" y="2933898"/>
            <a:ext cx="19347" cy="4121"/>
          </a:xfrm>
          <a:custGeom>
            <a:avLst/>
            <a:gdLst/>
            <a:ahLst/>
            <a:cxnLst/>
            <a:rect l="l" t="t" r="r" b="b"/>
            <a:pathLst>
              <a:path w="19347" h="4121">
                <a:moveTo>
                  <a:pt x="10337" y="4121"/>
                </a:moveTo>
                <a:lnTo>
                  <a:pt x="0" y="1886"/>
                </a:lnTo>
                <a:lnTo>
                  <a:pt x="6775" y="0"/>
                </a:lnTo>
                <a:lnTo>
                  <a:pt x="14318" y="210"/>
                </a:lnTo>
                <a:lnTo>
                  <a:pt x="18859" y="1397"/>
                </a:lnTo>
                <a:lnTo>
                  <a:pt x="19347" y="2166"/>
                </a:lnTo>
                <a:lnTo>
                  <a:pt x="10337" y="4121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País TT"/>
          <p:cNvSpPr/>
          <p:nvPr/>
        </p:nvSpPr>
        <p:spPr>
          <a:xfrm>
            <a:off x="4901983" y="3411589"/>
            <a:ext cx="16065" cy="10198"/>
          </a:xfrm>
          <a:custGeom>
            <a:avLst/>
            <a:gdLst/>
            <a:ahLst/>
            <a:cxnLst/>
            <a:rect l="l" t="t" r="r" b="b"/>
            <a:pathLst>
              <a:path w="16065" h="10198">
                <a:moveTo>
                  <a:pt x="0" y="10198"/>
                </a:moveTo>
                <a:lnTo>
                  <a:pt x="16065" y="0"/>
                </a:lnTo>
                <a:lnTo>
                  <a:pt x="14599" y="4261"/>
                </a:lnTo>
                <a:lnTo>
                  <a:pt x="0" y="10198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País TT"/>
          <p:cNvSpPr/>
          <p:nvPr/>
        </p:nvSpPr>
        <p:spPr>
          <a:xfrm>
            <a:off x="4821798" y="3445465"/>
            <a:ext cx="68870" cy="53853"/>
          </a:xfrm>
          <a:custGeom>
            <a:avLst/>
            <a:gdLst/>
            <a:ahLst/>
            <a:cxnLst/>
            <a:rect l="l" t="t" r="r" b="b"/>
            <a:pathLst>
              <a:path w="68870" h="53853">
                <a:moveTo>
                  <a:pt x="62304" y="49313"/>
                </a:moveTo>
                <a:lnTo>
                  <a:pt x="0" y="53853"/>
                </a:lnTo>
                <a:lnTo>
                  <a:pt x="28358" y="39883"/>
                </a:lnTo>
                <a:lnTo>
                  <a:pt x="30663" y="21094"/>
                </a:lnTo>
                <a:lnTo>
                  <a:pt x="29615" y="16484"/>
                </a:lnTo>
                <a:lnTo>
                  <a:pt x="17602" y="8452"/>
                </a:lnTo>
                <a:lnTo>
                  <a:pt x="57555" y="559"/>
                </a:lnTo>
                <a:lnTo>
                  <a:pt x="68870" y="0"/>
                </a:lnTo>
                <a:lnTo>
                  <a:pt x="63352" y="8591"/>
                </a:lnTo>
                <a:lnTo>
                  <a:pt x="60838" y="11874"/>
                </a:lnTo>
                <a:lnTo>
                  <a:pt x="62304" y="49313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País SR"/>
          <p:cNvSpPr/>
          <p:nvPr/>
        </p:nvSpPr>
        <p:spPr>
          <a:xfrm>
            <a:off x="5090573" y="3784019"/>
            <a:ext cx="283862" cy="288961"/>
          </a:xfrm>
          <a:custGeom>
            <a:avLst/>
            <a:gdLst/>
            <a:ahLst/>
            <a:cxnLst/>
            <a:rect l="l" t="t" r="r" b="b"/>
            <a:pathLst>
              <a:path w="283862" h="288961">
                <a:moveTo>
                  <a:pt x="272338" y="44213"/>
                </a:moveTo>
                <a:lnTo>
                  <a:pt x="251732" y="68381"/>
                </a:lnTo>
                <a:lnTo>
                  <a:pt x="251942" y="105330"/>
                </a:lnTo>
                <a:lnTo>
                  <a:pt x="258717" y="135435"/>
                </a:lnTo>
                <a:lnTo>
                  <a:pt x="283862" y="167914"/>
                </a:lnTo>
                <a:lnTo>
                  <a:pt x="269055" y="199416"/>
                </a:lnTo>
                <a:lnTo>
                  <a:pt x="269544" y="221767"/>
                </a:lnTo>
                <a:lnTo>
                  <a:pt x="265283" y="229031"/>
                </a:lnTo>
                <a:lnTo>
                  <a:pt x="255225" y="246633"/>
                </a:lnTo>
                <a:lnTo>
                  <a:pt x="237134" y="256062"/>
                </a:lnTo>
                <a:lnTo>
                  <a:pt x="214992" y="237134"/>
                </a:lnTo>
                <a:lnTo>
                  <a:pt x="162467" y="250475"/>
                </a:lnTo>
                <a:lnTo>
                  <a:pt x="146611" y="242512"/>
                </a:lnTo>
                <a:lnTo>
                  <a:pt x="134038" y="260812"/>
                </a:lnTo>
                <a:lnTo>
                  <a:pt x="149615" y="276179"/>
                </a:lnTo>
                <a:lnTo>
                  <a:pt x="146122" y="288961"/>
                </a:lnTo>
                <a:lnTo>
                  <a:pt x="94295" y="276318"/>
                </a:lnTo>
                <a:lnTo>
                  <a:pt x="59092" y="217297"/>
                </a:lnTo>
                <a:lnTo>
                  <a:pt x="52526" y="182722"/>
                </a:lnTo>
                <a:lnTo>
                  <a:pt x="28638" y="181465"/>
                </a:lnTo>
                <a:lnTo>
                  <a:pt x="27939" y="179439"/>
                </a:lnTo>
                <a:lnTo>
                  <a:pt x="28428" y="172873"/>
                </a:lnTo>
                <a:lnTo>
                  <a:pt x="1746" y="139067"/>
                </a:lnTo>
                <a:lnTo>
                  <a:pt x="0" y="132152"/>
                </a:lnTo>
                <a:lnTo>
                  <a:pt x="0" y="127193"/>
                </a:lnTo>
                <a:lnTo>
                  <a:pt x="14598" y="92478"/>
                </a:lnTo>
                <a:lnTo>
                  <a:pt x="12293" y="77671"/>
                </a:lnTo>
                <a:lnTo>
                  <a:pt x="52316" y="65936"/>
                </a:lnTo>
                <a:lnTo>
                  <a:pt x="59371" y="54411"/>
                </a:lnTo>
                <a:lnTo>
                  <a:pt x="51548" y="45960"/>
                </a:lnTo>
                <a:lnTo>
                  <a:pt x="75925" y="0"/>
                </a:lnTo>
                <a:lnTo>
                  <a:pt x="111128" y="3841"/>
                </a:lnTo>
                <a:lnTo>
                  <a:pt x="127263" y="7473"/>
                </a:lnTo>
                <a:lnTo>
                  <a:pt x="147868" y="13829"/>
                </a:lnTo>
                <a:lnTo>
                  <a:pt x="150872" y="20465"/>
                </a:lnTo>
                <a:lnTo>
                  <a:pt x="150872" y="13829"/>
                </a:lnTo>
                <a:lnTo>
                  <a:pt x="149894" y="6984"/>
                </a:lnTo>
                <a:lnTo>
                  <a:pt x="155621" y="2165"/>
                </a:lnTo>
                <a:lnTo>
                  <a:pt x="225050" y="349"/>
                </a:lnTo>
                <a:lnTo>
                  <a:pt x="258508" y="5797"/>
                </a:lnTo>
                <a:lnTo>
                  <a:pt x="273315" y="9569"/>
                </a:lnTo>
                <a:lnTo>
                  <a:pt x="279602" y="12921"/>
                </a:lnTo>
                <a:lnTo>
                  <a:pt x="272338" y="44213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País PE"/>
          <p:cNvSpPr/>
          <p:nvPr/>
        </p:nvSpPr>
        <p:spPr>
          <a:xfrm>
            <a:off x="3464441" y="4205481"/>
            <a:ext cx="883578" cy="1278499"/>
          </a:xfrm>
          <a:custGeom>
            <a:avLst/>
            <a:gdLst/>
            <a:ahLst/>
            <a:cxnLst/>
            <a:rect l="l" t="t" r="r" b="b"/>
            <a:pathLst>
              <a:path w="883578" h="1278499">
                <a:moveTo>
                  <a:pt x="794312" y="292943"/>
                </a:moveTo>
                <a:lnTo>
                  <a:pt x="788026" y="299718"/>
                </a:lnTo>
                <a:lnTo>
                  <a:pt x="763649" y="287006"/>
                </a:lnTo>
                <a:lnTo>
                  <a:pt x="735989" y="288612"/>
                </a:lnTo>
                <a:lnTo>
                  <a:pt x="723905" y="300976"/>
                </a:lnTo>
                <a:lnTo>
                  <a:pt x="663068" y="311732"/>
                </a:lnTo>
                <a:lnTo>
                  <a:pt x="590146" y="354898"/>
                </a:lnTo>
                <a:lnTo>
                  <a:pt x="583860" y="390660"/>
                </a:lnTo>
                <a:lnTo>
                  <a:pt x="565769" y="423070"/>
                </a:lnTo>
                <a:lnTo>
                  <a:pt x="572754" y="448774"/>
                </a:lnTo>
                <a:lnTo>
                  <a:pt x="529309" y="479437"/>
                </a:lnTo>
                <a:lnTo>
                  <a:pt x="528051" y="484187"/>
                </a:lnTo>
                <a:lnTo>
                  <a:pt x="526026" y="491731"/>
                </a:lnTo>
                <a:lnTo>
                  <a:pt x="532033" y="507726"/>
                </a:lnTo>
                <a:lnTo>
                  <a:pt x="514920" y="512545"/>
                </a:lnTo>
                <a:lnTo>
                  <a:pt x="512405" y="524908"/>
                </a:lnTo>
                <a:lnTo>
                  <a:pt x="532033" y="540694"/>
                </a:lnTo>
                <a:lnTo>
                  <a:pt x="528051" y="551451"/>
                </a:lnTo>
                <a:lnTo>
                  <a:pt x="543837" y="580088"/>
                </a:lnTo>
                <a:lnTo>
                  <a:pt x="584070" y="625350"/>
                </a:lnTo>
                <a:lnTo>
                  <a:pt x="584349" y="634151"/>
                </a:lnTo>
                <a:lnTo>
                  <a:pt x="576037" y="644348"/>
                </a:lnTo>
                <a:lnTo>
                  <a:pt x="567725" y="654546"/>
                </a:lnTo>
                <a:lnTo>
                  <a:pt x="625559" y="661461"/>
                </a:lnTo>
                <a:lnTo>
                  <a:pt x="640157" y="684721"/>
                </a:lnTo>
                <a:lnTo>
                  <a:pt x="639669" y="689331"/>
                </a:lnTo>
                <a:lnTo>
                  <a:pt x="639389" y="695896"/>
                </a:lnTo>
                <a:lnTo>
                  <a:pt x="705326" y="693242"/>
                </a:lnTo>
                <a:lnTo>
                  <a:pt x="754080" y="656362"/>
                </a:lnTo>
                <a:lnTo>
                  <a:pt x="747304" y="683254"/>
                </a:lnTo>
                <a:lnTo>
                  <a:pt x="747025" y="766233"/>
                </a:lnTo>
                <a:lnTo>
                  <a:pt x="750308" y="763789"/>
                </a:lnTo>
                <a:lnTo>
                  <a:pt x="754569" y="761763"/>
                </a:lnTo>
                <a:lnTo>
                  <a:pt x="771681" y="770005"/>
                </a:lnTo>
                <a:lnTo>
                  <a:pt x="794591" y="760506"/>
                </a:lnTo>
                <a:lnTo>
                  <a:pt x="821204" y="762112"/>
                </a:lnTo>
                <a:lnTo>
                  <a:pt x="883578" y="870377"/>
                </a:lnTo>
                <a:lnTo>
                  <a:pt x="863252" y="896849"/>
                </a:lnTo>
                <a:lnTo>
                  <a:pt x="862973" y="939875"/>
                </a:lnTo>
                <a:lnTo>
                  <a:pt x="856407" y="952867"/>
                </a:lnTo>
                <a:lnTo>
                  <a:pt x="870796" y="986883"/>
                </a:lnTo>
                <a:lnTo>
                  <a:pt x="836570" y="1030538"/>
                </a:lnTo>
                <a:lnTo>
                  <a:pt x="835592" y="1036964"/>
                </a:lnTo>
                <a:lnTo>
                  <a:pt x="835592" y="1042342"/>
                </a:lnTo>
                <a:lnTo>
                  <a:pt x="849632" y="1061341"/>
                </a:lnTo>
                <a:lnTo>
                  <a:pt x="832309" y="1089630"/>
                </a:lnTo>
                <a:lnTo>
                  <a:pt x="834335" y="1096265"/>
                </a:lnTo>
                <a:lnTo>
                  <a:pt x="846628" y="1125112"/>
                </a:lnTo>
                <a:lnTo>
                  <a:pt x="872751" y="1138383"/>
                </a:lnTo>
                <a:lnTo>
                  <a:pt x="859480" y="1147953"/>
                </a:lnTo>
                <a:lnTo>
                  <a:pt x="858921" y="1152632"/>
                </a:lnTo>
                <a:lnTo>
                  <a:pt x="860179" y="1159547"/>
                </a:lnTo>
                <a:lnTo>
                  <a:pt x="817991" y="1198523"/>
                </a:lnTo>
                <a:lnTo>
                  <a:pt x="826023" y="1219826"/>
                </a:lnTo>
                <a:lnTo>
                  <a:pt x="802135" y="1233656"/>
                </a:lnTo>
                <a:lnTo>
                  <a:pt x="805627" y="1253703"/>
                </a:lnTo>
                <a:lnTo>
                  <a:pt x="803113" y="1260967"/>
                </a:lnTo>
                <a:lnTo>
                  <a:pt x="797106" y="1268860"/>
                </a:lnTo>
                <a:lnTo>
                  <a:pt x="762601" y="1278499"/>
                </a:lnTo>
                <a:lnTo>
                  <a:pt x="698481" y="1232189"/>
                </a:lnTo>
                <a:lnTo>
                  <a:pt x="696525" y="1227859"/>
                </a:lnTo>
                <a:lnTo>
                  <a:pt x="694220" y="1214029"/>
                </a:lnTo>
                <a:lnTo>
                  <a:pt x="691496" y="1210117"/>
                </a:lnTo>
                <a:lnTo>
                  <a:pt x="684930" y="1205158"/>
                </a:lnTo>
                <a:lnTo>
                  <a:pt x="619552" y="1164157"/>
                </a:lnTo>
                <a:lnTo>
                  <a:pt x="531544" y="1128744"/>
                </a:lnTo>
                <a:lnTo>
                  <a:pt x="435223" y="1073634"/>
                </a:lnTo>
                <a:lnTo>
                  <a:pt x="405328" y="1037802"/>
                </a:lnTo>
                <a:lnTo>
                  <a:pt x="391010" y="1029840"/>
                </a:lnTo>
                <a:lnTo>
                  <a:pt x="377389" y="1019293"/>
                </a:lnTo>
                <a:lnTo>
                  <a:pt x="346447" y="965440"/>
                </a:lnTo>
                <a:lnTo>
                  <a:pt x="350498" y="962506"/>
                </a:lnTo>
                <a:lnTo>
                  <a:pt x="354758" y="961179"/>
                </a:lnTo>
                <a:lnTo>
                  <a:pt x="360067" y="941203"/>
                </a:lnTo>
                <a:lnTo>
                  <a:pt x="357063" y="931144"/>
                </a:lnTo>
                <a:lnTo>
                  <a:pt x="314526" y="859690"/>
                </a:lnTo>
                <a:lnTo>
                  <a:pt x="292175" y="839574"/>
                </a:lnTo>
                <a:lnTo>
                  <a:pt x="291895" y="830004"/>
                </a:lnTo>
                <a:lnTo>
                  <a:pt x="287635" y="811844"/>
                </a:lnTo>
                <a:lnTo>
                  <a:pt x="281348" y="802624"/>
                </a:lnTo>
                <a:lnTo>
                  <a:pt x="258717" y="785651"/>
                </a:lnTo>
                <a:lnTo>
                  <a:pt x="251453" y="754080"/>
                </a:lnTo>
                <a:lnTo>
                  <a:pt x="226518" y="713847"/>
                </a:lnTo>
                <a:lnTo>
                  <a:pt x="220022" y="701833"/>
                </a:lnTo>
                <a:lnTo>
                  <a:pt x="179789" y="599017"/>
                </a:lnTo>
                <a:lnTo>
                  <a:pt x="136763" y="544466"/>
                </a:lnTo>
                <a:lnTo>
                  <a:pt x="122165" y="515339"/>
                </a:lnTo>
                <a:lnTo>
                  <a:pt x="120139" y="506748"/>
                </a:lnTo>
                <a:lnTo>
                  <a:pt x="93736" y="470008"/>
                </a:lnTo>
                <a:lnTo>
                  <a:pt x="13551" y="420136"/>
                </a:lnTo>
                <a:lnTo>
                  <a:pt x="11036" y="412174"/>
                </a:lnTo>
                <a:lnTo>
                  <a:pt x="12014" y="407564"/>
                </a:lnTo>
                <a:lnTo>
                  <a:pt x="28359" y="405119"/>
                </a:lnTo>
                <a:lnTo>
                  <a:pt x="31642" y="399391"/>
                </a:lnTo>
                <a:lnTo>
                  <a:pt x="31921" y="390660"/>
                </a:lnTo>
                <a:lnTo>
                  <a:pt x="27660" y="379555"/>
                </a:lnTo>
                <a:lnTo>
                  <a:pt x="11805" y="358041"/>
                </a:lnTo>
                <a:lnTo>
                  <a:pt x="13062" y="353431"/>
                </a:lnTo>
                <a:lnTo>
                  <a:pt x="16065" y="348402"/>
                </a:lnTo>
                <a:lnTo>
                  <a:pt x="0" y="323257"/>
                </a:lnTo>
                <a:lnTo>
                  <a:pt x="3772" y="299020"/>
                </a:lnTo>
                <a:lnTo>
                  <a:pt x="7265" y="292803"/>
                </a:lnTo>
                <a:lnTo>
                  <a:pt x="31153" y="268217"/>
                </a:lnTo>
                <a:lnTo>
                  <a:pt x="37718" y="257809"/>
                </a:lnTo>
                <a:lnTo>
                  <a:pt x="70617" y="233782"/>
                </a:lnTo>
                <a:lnTo>
                  <a:pt x="80954" y="268007"/>
                </a:lnTo>
                <a:lnTo>
                  <a:pt x="72153" y="276808"/>
                </a:lnTo>
                <a:lnTo>
                  <a:pt x="59092" y="277227"/>
                </a:lnTo>
                <a:lnTo>
                  <a:pt x="59301" y="288124"/>
                </a:lnTo>
                <a:lnTo>
                  <a:pt x="61606" y="290917"/>
                </a:lnTo>
                <a:lnTo>
                  <a:pt x="68591" y="291127"/>
                </a:lnTo>
                <a:lnTo>
                  <a:pt x="60070" y="306563"/>
                </a:lnTo>
                <a:lnTo>
                  <a:pt x="63841" y="308729"/>
                </a:lnTo>
                <a:lnTo>
                  <a:pt x="66635" y="308938"/>
                </a:lnTo>
                <a:lnTo>
                  <a:pt x="83678" y="297204"/>
                </a:lnTo>
                <a:lnTo>
                  <a:pt x="107566" y="309846"/>
                </a:lnTo>
                <a:lnTo>
                  <a:pt x="113643" y="309218"/>
                </a:lnTo>
                <a:lnTo>
                  <a:pt x="118672" y="308379"/>
                </a:lnTo>
                <a:lnTo>
                  <a:pt x="140046" y="341348"/>
                </a:lnTo>
                <a:lnTo>
                  <a:pt x="160930" y="344281"/>
                </a:lnTo>
                <a:lnTo>
                  <a:pt x="169731" y="326400"/>
                </a:lnTo>
                <a:lnTo>
                  <a:pt x="185028" y="315783"/>
                </a:lnTo>
                <a:lnTo>
                  <a:pt x="208916" y="234410"/>
                </a:lnTo>
                <a:lnTo>
                  <a:pt x="221977" y="239090"/>
                </a:lnTo>
                <a:lnTo>
                  <a:pt x="220231" y="231128"/>
                </a:lnTo>
                <a:lnTo>
                  <a:pt x="242862" y="205423"/>
                </a:lnTo>
                <a:lnTo>
                  <a:pt x="325352" y="176157"/>
                </a:lnTo>
                <a:lnTo>
                  <a:pt x="366563" y="146123"/>
                </a:lnTo>
                <a:lnTo>
                  <a:pt x="402814" y="104074"/>
                </a:lnTo>
                <a:lnTo>
                  <a:pt x="414129" y="61746"/>
                </a:lnTo>
                <a:lnTo>
                  <a:pt x="425165" y="63632"/>
                </a:lnTo>
                <a:lnTo>
                  <a:pt x="424397" y="38347"/>
                </a:lnTo>
                <a:lnTo>
                  <a:pt x="398763" y="5728"/>
                </a:lnTo>
                <a:lnTo>
                  <a:pt x="418879" y="7055"/>
                </a:lnTo>
                <a:lnTo>
                  <a:pt x="422651" y="4610"/>
                </a:lnTo>
                <a:lnTo>
                  <a:pt x="426911" y="0"/>
                </a:lnTo>
                <a:lnTo>
                  <a:pt x="456387" y="11176"/>
                </a:lnTo>
                <a:lnTo>
                  <a:pt x="469449" y="23050"/>
                </a:lnTo>
                <a:lnTo>
                  <a:pt x="495363" y="64889"/>
                </a:lnTo>
                <a:lnTo>
                  <a:pt x="535805" y="84377"/>
                </a:lnTo>
                <a:lnTo>
                  <a:pt x="545863" y="98346"/>
                </a:lnTo>
                <a:lnTo>
                  <a:pt x="547609" y="115459"/>
                </a:lnTo>
                <a:lnTo>
                  <a:pt x="568493" y="125028"/>
                </a:lnTo>
                <a:lnTo>
                  <a:pt x="571497" y="156320"/>
                </a:lnTo>
                <a:lnTo>
                  <a:pt x="586374" y="164283"/>
                </a:lnTo>
                <a:lnTo>
                  <a:pt x="636875" y="164772"/>
                </a:lnTo>
                <a:lnTo>
                  <a:pt x="669354" y="147450"/>
                </a:lnTo>
                <a:lnTo>
                  <a:pt x="694220" y="160162"/>
                </a:lnTo>
                <a:lnTo>
                  <a:pt x="724185" y="151361"/>
                </a:lnTo>
                <a:lnTo>
                  <a:pt x="785232" y="182863"/>
                </a:lnTo>
                <a:lnTo>
                  <a:pt x="786768" y="189289"/>
                </a:lnTo>
                <a:lnTo>
                  <a:pt x="740529" y="261302"/>
                </a:lnTo>
                <a:lnTo>
                  <a:pt x="742485" y="261791"/>
                </a:lnTo>
                <a:lnTo>
                  <a:pt x="754848" y="267239"/>
                </a:lnTo>
                <a:lnTo>
                  <a:pt x="768189" y="263607"/>
                </a:lnTo>
                <a:lnTo>
                  <a:pt x="794312" y="292943"/>
                </a:lnTo>
                <a:close/>
              </a:path>
            </a:pathLst>
          </a:custGeom>
          <a:solidFill>
            <a:srgbClr val="9C7F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País PY"/>
          <p:cNvSpPr/>
          <p:nvPr/>
        </p:nvSpPr>
        <p:spPr>
          <a:xfrm>
            <a:off x="4769691" y="5549707"/>
            <a:ext cx="587143" cy="577433"/>
          </a:xfrm>
          <a:custGeom>
            <a:avLst/>
            <a:gdLst/>
            <a:ahLst/>
            <a:cxnLst/>
            <a:rect l="l" t="t" r="r" b="b"/>
            <a:pathLst>
              <a:path w="587143" h="577433">
                <a:moveTo>
                  <a:pt x="313618" y="61396"/>
                </a:moveTo>
                <a:lnTo>
                  <a:pt x="336738" y="119579"/>
                </a:lnTo>
                <a:lnTo>
                  <a:pt x="327937" y="197181"/>
                </a:lnTo>
                <a:lnTo>
                  <a:pt x="399112" y="208496"/>
                </a:lnTo>
                <a:lnTo>
                  <a:pt x="420206" y="205912"/>
                </a:lnTo>
                <a:lnTo>
                  <a:pt x="433268" y="194876"/>
                </a:lnTo>
                <a:lnTo>
                  <a:pt x="447377" y="208077"/>
                </a:lnTo>
                <a:lnTo>
                  <a:pt x="475037" y="211010"/>
                </a:lnTo>
                <a:lnTo>
                  <a:pt x="491102" y="236505"/>
                </a:lnTo>
                <a:lnTo>
                  <a:pt x="488867" y="251522"/>
                </a:lnTo>
                <a:lnTo>
                  <a:pt x="505211" y="325841"/>
                </a:lnTo>
                <a:lnTo>
                  <a:pt x="528610" y="329123"/>
                </a:lnTo>
                <a:lnTo>
                  <a:pt x="560531" y="316132"/>
                </a:lnTo>
                <a:lnTo>
                  <a:pt x="587143" y="332476"/>
                </a:lnTo>
                <a:lnTo>
                  <a:pt x="573592" y="407563"/>
                </a:lnTo>
                <a:lnTo>
                  <a:pt x="571078" y="414478"/>
                </a:lnTo>
                <a:lnTo>
                  <a:pt x="561509" y="429425"/>
                </a:lnTo>
                <a:lnTo>
                  <a:pt x="551450" y="506118"/>
                </a:lnTo>
                <a:lnTo>
                  <a:pt x="524838" y="534058"/>
                </a:lnTo>
                <a:lnTo>
                  <a:pt x="504443" y="539506"/>
                </a:lnTo>
                <a:lnTo>
                  <a:pt x="484326" y="567724"/>
                </a:lnTo>
                <a:lnTo>
                  <a:pt x="453174" y="561298"/>
                </a:lnTo>
                <a:lnTo>
                  <a:pt x="434036" y="577433"/>
                </a:lnTo>
                <a:lnTo>
                  <a:pt x="313059" y="557946"/>
                </a:lnTo>
                <a:lnTo>
                  <a:pt x="282675" y="560739"/>
                </a:lnTo>
                <a:lnTo>
                  <a:pt x="279881" y="552497"/>
                </a:lnTo>
                <a:lnTo>
                  <a:pt x="281628" y="547957"/>
                </a:lnTo>
                <a:lnTo>
                  <a:pt x="311313" y="512963"/>
                </a:lnTo>
                <a:lnTo>
                  <a:pt x="317110" y="481532"/>
                </a:lnTo>
                <a:lnTo>
                  <a:pt x="354828" y="436410"/>
                </a:lnTo>
                <a:lnTo>
                  <a:pt x="349520" y="422021"/>
                </a:lnTo>
                <a:lnTo>
                  <a:pt x="337227" y="408680"/>
                </a:lnTo>
                <a:lnTo>
                  <a:pt x="327657" y="402604"/>
                </a:lnTo>
                <a:lnTo>
                  <a:pt x="299229" y="396317"/>
                </a:lnTo>
                <a:lnTo>
                  <a:pt x="241954" y="368518"/>
                </a:lnTo>
                <a:lnTo>
                  <a:pt x="192641" y="335759"/>
                </a:lnTo>
                <a:lnTo>
                  <a:pt x="112945" y="312150"/>
                </a:lnTo>
                <a:lnTo>
                  <a:pt x="59371" y="272127"/>
                </a:lnTo>
                <a:lnTo>
                  <a:pt x="30454" y="232384"/>
                </a:lnTo>
                <a:lnTo>
                  <a:pt x="0" y="205912"/>
                </a:lnTo>
                <a:lnTo>
                  <a:pt x="26193" y="124329"/>
                </a:lnTo>
                <a:lnTo>
                  <a:pt x="26193" y="107216"/>
                </a:lnTo>
                <a:lnTo>
                  <a:pt x="26193" y="89126"/>
                </a:lnTo>
                <a:lnTo>
                  <a:pt x="51339" y="53713"/>
                </a:lnTo>
                <a:lnTo>
                  <a:pt x="57834" y="36530"/>
                </a:lnTo>
                <a:lnTo>
                  <a:pt x="62375" y="25145"/>
                </a:lnTo>
                <a:lnTo>
                  <a:pt x="184609" y="768"/>
                </a:lnTo>
                <a:lnTo>
                  <a:pt x="217297" y="419"/>
                </a:lnTo>
                <a:lnTo>
                  <a:pt x="248729" y="0"/>
                </a:lnTo>
                <a:lnTo>
                  <a:pt x="312361" y="37159"/>
                </a:lnTo>
                <a:lnTo>
                  <a:pt x="313618" y="61396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País PA"/>
          <p:cNvSpPr/>
          <p:nvPr/>
        </p:nvSpPr>
        <p:spPr>
          <a:xfrm>
            <a:off x="3346468" y="3532286"/>
            <a:ext cx="407144" cy="165959"/>
          </a:xfrm>
          <a:custGeom>
            <a:avLst/>
            <a:gdLst/>
            <a:ahLst/>
            <a:cxnLst/>
            <a:rect l="l" t="t" r="r" b="b"/>
            <a:pathLst>
              <a:path w="407144" h="165959">
                <a:moveTo>
                  <a:pt x="394781" y="65588"/>
                </a:moveTo>
                <a:lnTo>
                  <a:pt x="387517" y="76763"/>
                </a:lnTo>
                <a:lnTo>
                  <a:pt x="407144" y="113503"/>
                </a:lnTo>
                <a:lnTo>
                  <a:pt x="383256" y="141862"/>
                </a:lnTo>
                <a:lnTo>
                  <a:pt x="367610" y="132642"/>
                </a:lnTo>
                <a:lnTo>
                  <a:pt x="367121" y="134667"/>
                </a:lnTo>
                <a:lnTo>
                  <a:pt x="368867" y="143887"/>
                </a:lnTo>
                <a:lnTo>
                  <a:pt x="358111" y="165400"/>
                </a:lnTo>
                <a:lnTo>
                  <a:pt x="356085" y="163445"/>
                </a:lnTo>
                <a:lnTo>
                  <a:pt x="339252" y="143398"/>
                </a:lnTo>
                <a:lnTo>
                  <a:pt x="324654" y="118602"/>
                </a:lnTo>
                <a:lnTo>
                  <a:pt x="321650" y="107287"/>
                </a:lnTo>
                <a:lnTo>
                  <a:pt x="330940" y="105122"/>
                </a:lnTo>
                <a:lnTo>
                  <a:pt x="333175" y="101839"/>
                </a:lnTo>
                <a:lnTo>
                  <a:pt x="331429" y="94225"/>
                </a:lnTo>
                <a:lnTo>
                  <a:pt x="338484" y="88498"/>
                </a:lnTo>
                <a:lnTo>
                  <a:pt x="341208" y="84586"/>
                </a:lnTo>
                <a:lnTo>
                  <a:pt x="367890" y="102188"/>
                </a:lnTo>
                <a:lnTo>
                  <a:pt x="344002" y="76833"/>
                </a:lnTo>
                <a:lnTo>
                  <a:pt x="335480" y="83888"/>
                </a:lnTo>
                <a:lnTo>
                  <a:pt x="323117" y="76274"/>
                </a:lnTo>
                <a:lnTo>
                  <a:pt x="322349" y="86682"/>
                </a:lnTo>
                <a:lnTo>
                  <a:pt x="315084" y="67613"/>
                </a:lnTo>
                <a:lnTo>
                  <a:pt x="275131" y="41909"/>
                </a:lnTo>
                <a:lnTo>
                  <a:pt x="245656" y="43725"/>
                </a:lnTo>
                <a:lnTo>
                  <a:pt x="233083" y="52107"/>
                </a:lnTo>
                <a:lnTo>
                  <a:pt x="224282" y="66915"/>
                </a:lnTo>
                <a:lnTo>
                  <a:pt x="228822" y="69918"/>
                </a:lnTo>
                <a:lnTo>
                  <a:pt x="179300" y="96600"/>
                </a:lnTo>
                <a:lnTo>
                  <a:pt x="178811" y="101699"/>
                </a:lnTo>
                <a:lnTo>
                  <a:pt x="179300" y="106169"/>
                </a:lnTo>
                <a:lnTo>
                  <a:pt x="210452" y="146472"/>
                </a:lnTo>
                <a:lnTo>
                  <a:pt x="164702" y="165610"/>
                </a:lnTo>
                <a:lnTo>
                  <a:pt x="152408" y="165959"/>
                </a:lnTo>
                <a:lnTo>
                  <a:pt x="148357" y="161978"/>
                </a:lnTo>
                <a:lnTo>
                  <a:pt x="137042" y="118602"/>
                </a:lnTo>
                <a:lnTo>
                  <a:pt x="122723" y="137741"/>
                </a:lnTo>
                <a:lnTo>
                  <a:pt x="115668" y="134248"/>
                </a:lnTo>
                <a:lnTo>
                  <a:pt x="106379" y="131035"/>
                </a:lnTo>
                <a:lnTo>
                  <a:pt x="90803" y="101978"/>
                </a:lnTo>
                <a:lnTo>
                  <a:pt x="60628" y="97927"/>
                </a:lnTo>
                <a:lnTo>
                  <a:pt x="56088" y="95413"/>
                </a:lnTo>
                <a:lnTo>
                  <a:pt x="55320" y="89825"/>
                </a:lnTo>
                <a:lnTo>
                  <a:pt x="24167" y="89126"/>
                </a:lnTo>
                <a:lnTo>
                  <a:pt x="17113" y="90314"/>
                </a:lnTo>
                <a:lnTo>
                  <a:pt x="11106" y="94295"/>
                </a:lnTo>
                <a:lnTo>
                  <a:pt x="12084" y="104633"/>
                </a:lnTo>
                <a:lnTo>
                  <a:pt x="10338" y="106588"/>
                </a:lnTo>
                <a:lnTo>
                  <a:pt x="0" y="88009"/>
                </a:lnTo>
                <a:lnTo>
                  <a:pt x="2026" y="85843"/>
                </a:lnTo>
                <a:lnTo>
                  <a:pt x="11595" y="79906"/>
                </a:lnTo>
                <a:lnTo>
                  <a:pt x="7544" y="59860"/>
                </a:lnTo>
                <a:lnTo>
                  <a:pt x="20885" y="47497"/>
                </a:lnTo>
                <a:lnTo>
                  <a:pt x="6077" y="37439"/>
                </a:lnTo>
                <a:lnTo>
                  <a:pt x="5797" y="24377"/>
                </a:lnTo>
                <a:lnTo>
                  <a:pt x="6077" y="10268"/>
                </a:lnTo>
                <a:lnTo>
                  <a:pt x="15576" y="350"/>
                </a:lnTo>
                <a:lnTo>
                  <a:pt x="21164" y="3493"/>
                </a:lnTo>
                <a:lnTo>
                  <a:pt x="26682" y="6426"/>
                </a:lnTo>
                <a:lnTo>
                  <a:pt x="32200" y="1467"/>
                </a:lnTo>
                <a:lnTo>
                  <a:pt x="36740" y="5169"/>
                </a:lnTo>
                <a:lnTo>
                  <a:pt x="45751" y="11735"/>
                </a:lnTo>
                <a:lnTo>
                  <a:pt x="48056" y="27171"/>
                </a:lnTo>
                <a:lnTo>
                  <a:pt x="58603" y="28359"/>
                </a:lnTo>
                <a:lnTo>
                  <a:pt x="54551" y="39534"/>
                </a:lnTo>
                <a:lnTo>
                  <a:pt x="62374" y="43166"/>
                </a:lnTo>
                <a:lnTo>
                  <a:pt x="66146" y="46310"/>
                </a:lnTo>
                <a:lnTo>
                  <a:pt x="87031" y="44703"/>
                </a:lnTo>
                <a:lnTo>
                  <a:pt x="78998" y="31851"/>
                </a:lnTo>
                <a:lnTo>
                  <a:pt x="103375" y="53853"/>
                </a:lnTo>
                <a:lnTo>
                  <a:pt x="116716" y="56996"/>
                </a:lnTo>
                <a:lnTo>
                  <a:pt x="152897" y="49592"/>
                </a:lnTo>
                <a:lnTo>
                  <a:pt x="202420" y="27031"/>
                </a:lnTo>
                <a:lnTo>
                  <a:pt x="240906" y="0"/>
                </a:lnTo>
                <a:lnTo>
                  <a:pt x="273315" y="4261"/>
                </a:lnTo>
                <a:lnTo>
                  <a:pt x="345259" y="25215"/>
                </a:lnTo>
                <a:lnTo>
                  <a:pt x="394781" y="65588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País PA"/>
          <p:cNvSpPr/>
          <p:nvPr/>
        </p:nvSpPr>
        <p:spPr>
          <a:xfrm>
            <a:off x="3630400" y="3611703"/>
            <a:ext cx="5518" cy="12992"/>
          </a:xfrm>
          <a:custGeom>
            <a:avLst/>
            <a:gdLst/>
            <a:ahLst/>
            <a:cxnLst/>
            <a:rect l="l" t="t" r="r" b="b"/>
            <a:pathLst>
              <a:path w="5518" h="12992">
                <a:moveTo>
                  <a:pt x="4471" y="12992"/>
                </a:moveTo>
                <a:lnTo>
                  <a:pt x="0" y="1677"/>
                </a:lnTo>
                <a:lnTo>
                  <a:pt x="3213" y="140"/>
                </a:lnTo>
                <a:lnTo>
                  <a:pt x="5518" y="0"/>
                </a:lnTo>
                <a:lnTo>
                  <a:pt x="4471" y="12992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País PA"/>
          <p:cNvSpPr/>
          <p:nvPr/>
        </p:nvSpPr>
        <p:spPr>
          <a:xfrm>
            <a:off x="3428470" y="3670236"/>
            <a:ext cx="17322" cy="20116"/>
          </a:xfrm>
          <a:custGeom>
            <a:avLst/>
            <a:gdLst/>
            <a:ahLst/>
            <a:cxnLst/>
            <a:rect l="l" t="t" r="r" b="b"/>
            <a:pathLst>
              <a:path w="17322" h="20116">
                <a:moveTo>
                  <a:pt x="17322" y="20116"/>
                </a:moveTo>
                <a:lnTo>
                  <a:pt x="0" y="11804"/>
                </a:lnTo>
                <a:lnTo>
                  <a:pt x="2724" y="2096"/>
                </a:lnTo>
                <a:lnTo>
                  <a:pt x="7054" y="0"/>
                </a:lnTo>
                <a:lnTo>
                  <a:pt x="8521" y="0"/>
                </a:lnTo>
                <a:lnTo>
                  <a:pt x="17322" y="20116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País PA"/>
          <p:cNvSpPr/>
          <p:nvPr/>
        </p:nvSpPr>
        <p:spPr>
          <a:xfrm>
            <a:off x="3395781" y="3543811"/>
            <a:ext cx="6007" cy="6915"/>
          </a:xfrm>
          <a:custGeom>
            <a:avLst/>
            <a:gdLst/>
            <a:ahLst/>
            <a:cxnLst/>
            <a:rect l="l" t="t" r="r" b="b"/>
            <a:pathLst>
              <a:path w="6007" h="6915">
                <a:moveTo>
                  <a:pt x="6007" y="3632"/>
                </a:moveTo>
                <a:lnTo>
                  <a:pt x="5238" y="6915"/>
                </a:lnTo>
                <a:lnTo>
                  <a:pt x="0" y="978"/>
                </a:lnTo>
                <a:lnTo>
                  <a:pt x="3003" y="0"/>
                </a:lnTo>
                <a:lnTo>
                  <a:pt x="4261" y="70"/>
                </a:lnTo>
                <a:lnTo>
                  <a:pt x="6007" y="3632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País PA"/>
          <p:cNvSpPr/>
          <p:nvPr/>
        </p:nvSpPr>
        <p:spPr>
          <a:xfrm>
            <a:off x="3618806" y="3623228"/>
            <a:ext cx="4260" cy="5937"/>
          </a:xfrm>
          <a:custGeom>
            <a:avLst/>
            <a:gdLst/>
            <a:ahLst/>
            <a:cxnLst/>
            <a:rect l="l" t="t" r="r" b="b"/>
            <a:pathLst>
              <a:path w="4260" h="5937">
                <a:moveTo>
                  <a:pt x="4260" y="2864"/>
                </a:moveTo>
                <a:lnTo>
                  <a:pt x="1257" y="5937"/>
                </a:lnTo>
                <a:lnTo>
                  <a:pt x="0" y="3004"/>
                </a:lnTo>
                <a:lnTo>
                  <a:pt x="2235" y="0"/>
                </a:lnTo>
                <a:lnTo>
                  <a:pt x="3003" y="0"/>
                </a:lnTo>
                <a:lnTo>
                  <a:pt x="4260" y="2864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País NI"/>
          <p:cNvSpPr/>
          <p:nvPr/>
        </p:nvSpPr>
        <p:spPr>
          <a:xfrm>
            <a:off x="3022094" y="3154339"/>
            <a:ext cx="315084" cy="295247"/>
          </a:xfrm>
          <a:custGeom>
            <a:avLst/>
            <a:gdLst/>
            <a:ahLst/>
            <a:cxnLst/>
            <a:rect l="l" t="t" r="r" b="b"/>
            <a:pathLst>
              <a:path w="315084" h="295247">
                <a:moveTo>
                  <a:pt x="315084" y="1047"/>
                </a:moveTo>
                <a:lnTo>
                  <a:pt x="306563" y="13690"/>
                </a:lnTo>
                <a:lnTo>
                  <a:pt x="302232" y="7404"/>
                </a:lnTo>
                <a:lnTo>
                  <a:pt x="299019" y="9569"/>
                </a:lnTo>
                <a:lnTo>
                  <a:pt x="297203" y="12712"/>
                </a:lnTo>
                <a:lnTo>
                  <a:pt x="305306" y="18020"/>
                </a:lnTo>
                <a:lnTo>
                  <a:pt x="313059" y="46658"/>
                </a:lnTo>
                <a:lnTo>
                  <a:pt x="297483" y="70686"/>
                </a:lnTo>
                <a:lnTo>
                  <a:pt x="291685" y="88637"/>
                </a:lnTo>
                <a:lnTo>
                  <a:pt x="286656" y="117833"/>
                </a:lnTo>
                <a:lnTo>
                  <a:pt x="290428" y="181395"/>
                </a:lnTo>
                <a:lnTo>
                  <a:pt x="282395" y="177972"/>
                </a:lnTo>
                <a:lnTo>
                  <a:pt x="284631" y="160301"/>
                </a:lnTo>
                <a:lnTo>
                  <a:pt x="273595" y="175039"/>
                </a:lnTo>
                <a:lnTo>
                  <a:pt x="280649" y="190126"/>
                </a:lnTo>
                <a:lnTo>
                  <a:pt x="279392" y="194247"/>
                </a:lnTo>
                <a:lnTo>
                  <a:pt x="278624" y="208426"/>
                </a:lnTo>
                <a:lnTo>
                  <a:pt x="272617" y="205981"/>
                </a:lnTo>
                <a:lnTo>
                  <a:pt x="268286" y="219811"/>
                </a:lnTo>
                <a:lnTo>
                  <a:pt x="276877" y="222326"/>
                </a:lnTo>
                <a:lnTo>
                  <a:pt x="279881" y="229381"/>
                </a:lnTo>
                <a:lnTo>
                  <a:pt x="280649" y="235108"/>
                </a:lnTo>
                <a:lnTo>
                  <a:pt x="265562" y="258996"/>
                </a:lnTo>
                <a:lnTo>
                  <a:pt x="268077" y="270870"/>
                </a:lnTo>
                <a:lnTo>
                  <a:pt x="272617" y="279252"/>
                </a:lnTo>
                <a:lnTo>
                  <a:pt x="276388" y="284560"/>
                </a:lnTo>
                <a:lnTo>
                  <a:pt x="281418" y="285748"/>
                </a:lnTo>
                <a:lnTo>
                  <a:pt x="280160" y="291336"/>
                </a:lnTo>
                <a:lnTo>
                  <a:pt x="276388" y="294898"/>
                </a:lnTo>
                <a:lnTo>
                  <a:pt x="244677" y="295247"/>
                </a:lnTo>
                <a:lnTo>
                  <a:pt x="232105" y="281417"/>
                </a:lnTo>
                <a:lnTo>
                  <a:pt x="207449" y="276318"/>
                </a:lnTo>
                <a:lnTo>
                  <a:pt x="200673" y="279601"/>
                </a:lnTo>
                <a:lnTo>
                  <a:pt x="192850" y="283722"/>
                </a:lnTo>
                <a:lnTo>
                  <a:pt x="145633" y="266749"/>
                </a:lnTo>
                <a:lnTo>
                  <a:pt x="134527" y="275620"/>
                </a:lnTo>
                <a:lnTo>
                  <a:pt x="84027" y="228403"/>
                </a:lnTo>
                <a:lnTo>
                  <a:pt x="70896" y="211430"/>
                </a:lnTo>
                <a:lnTo>
                  <a:pt x="63911" y="199206"/>
                </a:lnTo>
                <a:lnTo>
                  <a:pt x="279" y="146960"/>
                </a:lnTo>
                <a:lnTo>
                  <a:pt x="0" y="142699"/>
                </a:lnTo>
                <a:lnTo>
                  <a:pt x="6077" y="137251"/>
                </a:lnTo>
                <a:lnTo>
                  <a:pt x="19627" y="145842"/>
                </a:lnTo>
                <a:lnTo>
                  <a:pt x="49522" y="136483"/>
                </a:lnTo>
                <a:lnTo>
                  <a:pt x="52595" y="124609"/>
                </a:lnTo>
                <a:lnTo>
                  <a:pt x="66914" y="118322"/>
                </a:lnTo>
                <a:lnTo>
                  <a:pt x="65378" y="86891"/>
                </a:lnTo>
                <a:lnTo>
                  <a:pt x="93526" y="86402"/>
                </a:lnTo>
                <a:lnTo>
                  <a:pt x="113922" y="66914"/>
                </a:lnTo>
                <a:lnTo>
                  <a:pt x="135296" y="80255"/>
                </a:lnTo>
                <a:lnTo>
                  <a:pt x="173991" y="46449"/>
                </a:lnTo>
                <a:lnTo>
                  <a:pt x="175249" y="33666"/>
                </a:lnTo>
                <a:lnTo>
                  <a:pt x="196133" y="13830"/>
                </a:lnTo>
                <a:lnTo>
                  <a:pt x="218764" y="26193"/>
                </a:lnTo>
                <a:lnTo>
                  <a:pt x="265562" y="14877"/>
                </a:lnTo>
                <a:lnTo>
                  <a:pt x="288682" y="2165"/>
                </a:lnTo>
                <a:lnTo>
                  <a:pt x="297203" y="0"/>
                </a:lnTo>
                <a:lnTo>
                  <a:pt x="315084" y="1047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País MX"/>
          <p:cNvSpPr/>
          <p:nvPr/>
        </p:nvSpPr>
        <p:spPr>
          <a:xfrm>
            <a:off x="964441" y="1917470"/>
            <a:ext cx="2120307" cy="1269208"/>
          </a:xfrm>
          <a:custGeom>
            <a:avLst/>
            <a:gdLst/>
            <a:ahLst/>
            <a:cxnLst/>
            <a:rect l="l" t="t" r="r" b="b"/>
            <a:pathLst>
              <a:path w="2120307" h="1269208">
                <a:moveTo>
                  <a:pt x="0" y="12782"/>
                </a:moveTo>
                <a:lnTo>
                  <a:pt x="167985" y="0"/>
                </a:lnTo>
                <a:lnTo>
                  <a:pt x="163444" y="10547"/>
                </a:lnTo>
                <a:lnTo>
                  <a:pt x="160162" y="14458"/>
                </a:lnTo>
                <a:lnTo>
                  <a:pt x="425235" y="97159"/>
                </a:lnTo>
                <a:lnTo>
                  <a:pt x="622625" y="96809"/>
                </a:lnTo>
                <a:lnTo>
                  <a:pt x="622835" y="65378"/>
                </a:lnTo>
                <a:lnTo>
                  <a:pt x="746326" y="66216"/>
                </a:lnTo>
                <a:lnTo>
                  <a:pt x="766931" y="88428"/>
                </a:lnTo>
                <a:lnTo>
                  <a:pt x="852914" y="148916"/>
                </a:lnTo>
                <a:lnTo>
                  <a:pt x="873589" y="199835"/>
                </a:lnTo>
                <a:lnTo>
                  <a:pt x="881831" y="212198"/>
                </a:lnTo>
                <a:lnTo>
                  <a:pt x="889165" y="219532"/>
                </a:lnTo>
                <a:lnTo>
                  <a:pt x="968862" y="259485"/>
                </a:lnTo>
                <a:lnTo>
                  <a:pt x="994496" y="244468"/>
                </a:lnTo>
                <a:lnTo>
                  <a:pt x="1013844" y="207029"/>
                </a:lnTo>
                <a:lnTo>
                  <a:pt x="1038012" y="198648"/>
                </a:lnTo>
                <a:lnTo>
                  <a:pt x="1095846" y="205283"/>
                </a:lnTo>
                <a:lnTo>
                  <a:pt x="1143622" y="246773"/>
                </a:lnTo>
                <a:lnTo>
                  <a:pt x="1175822" y="306563"/>
                </a:lnTo>
                <a:lnTo>
                  <a:pt x="1230862" y="360974"/>
                </a:lnTo>
                <a:lnTo>
                  <a:pt x="1234424" y="395340"/>
                </a:lnTo>
                <a:lnTo>
                  <a:pt x="1258801" y="437877"/>
                </a:lnTo>
                <a:lnTo>
                  <a:pt x="1379708" y="478040"/>
                </a:lnTo>
                <a:lnTo>
                  <a:pt x="1395843" y="471823"/>
                </a:lnTo>
                <a:lnTo>
                  <a:pt x="1359382" y="581555"/>
                </a:lnTo>
                <a:lnTo>
                  <a:pt x="1347019" y="712869"/>
                </a:lnTo>
                <a:lnTo>
                  <a:pt x="1351350" y="729004"/>
                </a:lnTo>
                <a:lnTo>
                  <a:pt x="1352607" y="741157"/>
                </a:lnTo>
                <a:lnTo>
                  <a:pt x="1384039" y="778945"/>
                </a:lnTo>
                <a:lnTo>
                  <a:pt x="1377473" y="799341"/>
                </a:lnTo>
                <a:lnTo>
                  <a:pt x="1379219" y="778735"/>
                </a:lnTo>
                <a:lnTo>
                  <a:pt x="1353305" y="746605"/>
                </a:lnTo>
                <a:lnTo>
                  <a:pt x="1361408" y="776221"/>
                </a:lnTo>
                <a:lnTo>
                  <a:pt x="1393049" y="838176"/>
                </a:lnTo>
                <a:lnTo>
                  <a:pt x="1443829" y="897337"/>
                </a:lnTo>
                <a:lnTo>
                  <a:pt x="1455703" y="934077"/>
                </a:lnTo>
                <a:lnTo>
                  <a:pt x="1491395" y="971656"/>
                </a:lnTo>
                <a:lnTo>
                  <a:pt x="1481337" y="970678"/>
                </a:lnTo>
                <a:lnTo>
                  <a:pt x="1488392" y="975148"/>
                </a:lnTo>
                <a:lnTo>
                  <a:pt x="1501942" y="979688"/>
                </a:lnTo>
                <a:lnTo>
                  <a:pt x="1496913" y="973681"/>
                </a:lnTo>
                <a:lnTo>
                  <a:pt x="1506482" y="977593"/>
                </a:lnTo>
                <a:lnTo>
                  <a:pt x="1532885" y="978920"/>
                </a:lnTo>
                <a:lnTo>
                  <a:pt x="1544689" y="988000"/>
                </a:lnTo>
                <a:lnTo>
                  <a:pt x="1559776" y="991912"/>
                </a:lnTo>
                <a:lnTo>
                  <a:pt x="1583385" y="1016289"/>
                </a:lnTo>
                <a:lnTo>
                  <a:pt x="1646807" y="997849"/>
                </a:lnTo>
                <a:lnTo>
                  <a:pt x="1693326" y="995194"/>
                </a:lnTo>
                <a:lnTo>
                  <a:pt x="1724478" y="980736"/>
                </a:lnTo>
                <a:lnTo>
                  <a:pt x="1756887" y="977872"/>
                </a:lnTo>
                <a:lnTo>
                  <a:pt x="1763453" y="983320"/>
                </a:lnTo>
                <a:lnTo>
                  <a:pt x="1761218" y="990934"/>
                </a:lnTo>
                <a:lnTo>
                  <a:pt x="1787830" y="996033"/>
                </a:lnTo>
                <a:lnTo>
                  <a:pt x="1794396" y="990096"/>
                </a:lnTo>
                <a:lnTo>
                  <a:pt x="1805921" y="984298"/>
                </a:lnTo>
                <a:lnTo>
                  <a:pt x="1801171" y="965020"/>
                </a:lnTo>
                <a:lnTo>
                  <a:pt x="1794605" y="965719"/>
                </a:lnTo>
                <a:lnTo>
                  <a:pt x="1843150" y="933449"/>
                </a:lnTo>
                <a:lnTo>
                  <a:pt x="1846432" y="907046"/>
                </a:lnTo>
                <a:lnTo>
                  <a:pt x="1860542" y="891889"/>
                </a:lnTo>
                <a:lnTo>
                  <a:pt x="1861031" y="849282"/>
                </a:lnTo>
                <a:lnTo>
                  <a:pt x="1870321" y="817641"/>
                </a:lnTo>
                <a:lnTo>
                  <a:pt x="1907549" y="799131"/>
                </a:lnTo>
                <a:lnTo>
                  <a:pt x="1973207" y="789422"/>
                </a:lnTo>
                <a:lnTo>
                  <a:pt x="2002124" y="778596"/>
                </a:lnTo>
                <a:lnTo>
                  <a:pt x="2034044" y="776221"/>
                </a:lnTo>
                <a:lnTo>
                  <a:pt x="2086849" y="787117"/>
                </a:lnTo>
                <a:lnTo>
                  <a:pt x="2091389" y="780202"/>
                </a:lnTo>
                <a:lnTo>
                  <a:pt x="2077560" y="779853"/>
                </a:lnTo>
                <a:lnTo>
                  <a:pt x="2095371" y="774964"/>
                </a:lnTo>
                <a:lnTo>
                  <a:pt x="2116744" y="788933"/>
                </a:lnTo>
                <a:lnTo>
                  <a:pt x="2120307" y="807862"/>
                </a:lnTo>
                <a:lnTo>
                  <a:pt x="2109690" y="833287"/>
                </a:lnTo>
                <a:lnTo>
                  <a:pt x="2075045" y="871983"/>
                </a:lnTo>
                <a:lnTo>
                  <a:pt x="2071972" y="900481"/>
                </a:lnTo>
                <a:lnTo>
                  <a:pt x="2056396" y="913542"/>
                </a:lnTo>
                <a:lnTo>
                  <a:pt x="2056186" y="916615"/>
                </a:lnTo>
                <a:lnTo>
                  <a:pt x="2059399" y="919409"/>
                </a:lnTo>
                <a:lnTo>
                  <a:pt x="2074766" y="917314"/>
                </a:lnTo>
                <a:lnTo>
                  <a:pt x="2058421" y="933449"/>
                </a:lnTo>
                <a:lnTo>
                  <a:pt x="2058701" y="940015"/>
                </a:lnTo>
                <a:lnTo>
                  <a:pt x="2069457" y="937919"/>
                </a:lnTo>
                <a:lnTo>
                  <a:pt x="2048363" y="1002948"/>
                </a:lnTo>
                <a:lnTo>
                  <a:pt x="2044871" y="1009094"/>
                </a:lnTo>
                <a:lnTo>
                  <a:pt x="2042845" y="1008745"/>
                </a:lnTo>
                <a:lnTo>
                  <a:pt x="2037537" y="997150"/>
                </a:lnTo>
                <a:lnTo>
                  <a:pt x="2031739" y="994077"/>
                </a:lnTo>
                <a:lnTo>
                  <a:pt x="2029504" y="969560"/>
                </a:lnTo>
                <a:lnTo>
                  <a:pt x="2013928" y="994915"/>
                </a:lnTo>
                <a:lnTo>
                  <a:pt x="1998073" y="996731"/>
                </a:lnTo>
                <a:lnTo>
                  <a:pt x="1978236" y="1030328"/>
                </a:lnTo>
                <a:lnTo>
                  <a:pt x="1955326" y="1029979"/>
                </a:lnTo>
                <a:lnTo>
                  <a:pt x="1953300" y="1034728"/>
                </a:lnTo>
                <a:lnTo>
                  <a:pt x="1953579" y="1040805"/>
                </a:lnTo>
                <a:lnTo>
                  <a:pt x="1825827" y="1040666"/>
                </a:lnTo>
                <a:lnTo>
                  <a:pt x="1825548" y="1080060"/>
                </a:lnTo>
                <a:lnTo>
                  <a:pt x="1811508" y="1079920"/>
                </a:lnTo>
                <a:lnTo>
                  <a:pt x="1796421" y="1079780"/>
                </a:lnTo>
                <a:lnTo>
                  <a:pt x="1865780" y="1140339"/>
                </a:lnTo>
                <a:lnTo>
                  <a:pt x="1863755" y="1162481"/>
                </a:lnTo>
                <a:lnTo>
                  <a:pt x="1773511" y="1162620"/>
                </a:lnTo>
                <a:lnTo>
                  <a:pt x="1740822" y="1218149"/>
                </a:lnTo>
                <a:lnTo>
                  <a:pt x="1740822" y="1220804"/>
                </a:lnTo>
                <a:lnTo>
                  <a:pt x="1749903" y="1232259"/>
                </a:lnTo>
                <a:lnTo>
                  <a:pt x="1738797" y="1269208"/>
                </a:lnTo>
                <a:lnTo>
                  <a:pt x="1673698" y="1206136"/>
                </a:lnTo>
                <a:lnTo>
                  <a:pt x="1621382" y="1163877"/>
                </a:lnTo>
                <a:lnTo>
                  <a:pt x="1589462" y="1147743"/>
                </a:lnTo>
                <a:lnTo>
                  <a:pt x="1586947" y="1147463"/>
                </a:lnTo>
                <a:lnTo>
                  <a:pt x="1585690" y="1151724"/>
                </a:lnTo>
                <a:lnTo>
                  <a:pt x="1615375" y="1166252"/>
                </a:lnTo>
                <a:lnTo>
                  <a:pt x="1582686" y="1154518"/>
                </a:lnTo>
                <a:lnTo>
                  <a:pt x="1569345" y="1153400"/>
                </a:lnTo>
                <a:lnTo>
                  <a:pt x="1572349" y="1143342"/>
                </a:lnTo>
                <a:lnTo>
                  <a:pt x="1560265" y="1147463"/>
                </a:lnTo>
                <a:lnTo>
                  <a:pt x="1552722" y="1138383"/>
                </a:lnTo>
                <a:lnTo>
                  <a:pt x="1544200" y="1148232"/>
                </a:lnTo>
                <a:lnTo>
                  <a:pt x="1559776" y="1152911"/>
                </a:lnTo>
                <a:lnTo>
                  <a:pt x="1549229" y="1152911"/>
                </a:lnTo>
                <a:lnTo>
                  <a:pt x="1536377" y="1155216"/>
                </a:lnTo>
                <a:lnTo>
                  <a:pt x="1513257" y="1169326"/>
                </a:lnTo>
                <a:lnTo>
                  <a:pt x="1440057" y="1191887"/>
                </a:lnTo>
                <a:lnTo>
                  <a:pt x="1419452" y="1186648"/>
                </a:lnTo>
                <a:lnTo>
                  <a:pt x="1393049" y="1173936"/>
                </a:lnTo>
                <a:lnTo>
                  <a:pt x="1353305" y="1169884"/>
                </a:lnTo>
                <a:lnTo>
                  <a:pt x="1326414" y="1153191"/>
                </a:lnTo>
                <a:lnTo>
                  <a:pt x="1299802" y="1146276"/>
                </a:lnTo>
                <a:lnTo>
                  <a:pt x="1282899" y="1130281"/>
                </a:lnTo>
                <a:lnTo>
                  <a:pt x="1218080" y="1117289"/>
                </a:lnTo>
                <a:lnTo>
                  <a:pt x="1137335" y="1083692"/>
                </a:lnTo>
                <a:lnTo>
                  <a:pt x="1084530" y="1052190"/>
                </a:lnTo>
                <a:lnTo>
                  <a:pt x="1062388" y="1030677"/>
                </a:lnTo>
                <a:lnTo>
                  <a:pt x="1007837" y="1023553"/>
                </a:lnTo>
                <a:lnTo>
                  <a:pt x="985695" y="1014822"/>
                </a:lnTo>
                <a:lnTo>
                  <a:pt x="956010" y="1005113"/>
                </a:lnTo>
                <a:lnTo>
                  <a:pt x="923112" y="969979"/>
                </a:lnTo>
                <a:lnTo>
                  <a:pt x="851447" y="936382"/>
                </a:lnTo>
                <a:lnTo>
                  <a:pt x="813450" y="889794"/>
                </a:lnTo>
                <a:lnTo>
                  <a:pt x="800389" y="861296"/>
                </a:lnTo>
                <a:lnTo>
                  <a:pt x="829026" y="847745"/>
                </a:lnTo>
                <a:lnTo>
                  <a:pt x="824277" y="835592"/>
                </a:lnTo>
                <a:lnTo>
                  <a:pt x="811425" y="831750"/>
                </a:lnTo>
                <a:lnTo>
                  <a:pt x="830563" y="810027"/>
                </a:lnTo>
                <a:lnTo>
                  <a:pt x="832589" y="784044"/>
                </a:lnTo>
                <a:lnTo>
                  <a:pt x="817012" y="775103"/>
                </a:lnTo>
                <a:lnTo>
                  <a:pt x="801925" y="749260"/>
                </a:lnTo>
                <a:lnTo>
                  <a:pt x="802135" y="725651"/>
                </a:lnTo>
                <a:lnTo>
                  <a:pt x="791867" y="704627"/>
                </a:lnTo>
                <a:lnTo>
                  <a:pt x="749330" y="665023"/>
                </a:lnTo>
                <a:lnTo>
                  <a:pt x="711891" y="617107"/>
                </a:lnTo>
                <a:lnTo>
                  <a:pt x="701554" y="607678"/>
                </a:lnTo>
                <a:lnTo>
                  <a:pt x="654057" y="575897"/>
                </a:lnTo>
                <a:lnTo>
                  <a:pt x="656781" y="575897"/>
                </a:lnTo>
                <a:lnTo>
                  <a:pt x="670611" y="583650"/>
                </a:lnTo>
                <a:lnTo>
                  <a:pt x="671659" y="574640"/>
                </a:lnTo>
                <a:lnTo>
                  <a:pt x="640995" y="565839"/>
                </a:lnTo>
                <a:lnTo>
                  <a:pt x="618085" y="533220"/>
                </a:lnTo>
                <a:lnTo>
                  <a:pt x="634150" y="534267"/>
                </a:lnTo>
                <a:lnTo>
                  <a:pt x="588889" y="512195"/>
                </a:lnTo>
                <a:lnTo>
                  <a:pt x="585117" y="509332"/>
                </a:lnTo>
                <a:lnTo>
                  <a:pt x="582602" y="501439"/>
                </a:lnTo>
                <a:lnTo>
                  <a:pt x="565769" y="505420"/>
                </a:lnTo>
                <a:lnTo>
                  <a:pt x="563255" y="502906"/>
                </a:lnTo>
                <a:lnTo>
                  <a:pt x="563045" y="500461"/>
                </a:lnTo>
                <a:lnTo>
                  <a:pt x="575827" y="487749"/>
                </a:lnTo>
                <a:lnTo>
                  <a:pt x="561997" y="495991"/>
                </a:lnTo>
                <a:lnTo>
                  <a:pt x="546421" y="494733"/>
                </a:lnTo>
                <a:lnTo>
                  <a:pt x="540903" y="488238"/>
                </a:lnTo>
                <a:lnTo>
                  <a:pt x="538109" y="466864"/>
                </a:lnTo>
                <a:lnTo>
                  <a:pt x="553965" y="447796"/>
                </a:lnTo>
                <a:lnTo>
                  <a:pt x="556759" y="451078"/>
                </a:lnTo>
                <a:lnTo>
                  <a:pt x="559762" y="451498"/>
                </a:lnTo>
                <a:lnTo>
                  <a:pt x="548447" y="431800"/>
                </a:lnTo>
                <a:lnTo>
                  <a:pt x="534128" y="419437"/>
                </a:lnTo>
                <a:lnTo>
                  <a:pt x="520508" y="420415"/>
                </a:lnTo>
                <a:lnTo>
                  <a:pt x="514990" y="420066"/>
                </a:lnTo>
                <a:lnTo>
                  <a:pt x="501928" y="393733"/>
                </a:lnTo>
                <a:lnTo>
                  <a:pt x="478529" y="387936"/>
                </a:lnTo>
                <a:lnTo>
                  <a:pt x="471474" y="382977"/>
                </a:lnTo>
                <a:lnTo>
                  <a:pt x="456666" y="361254"/>
                </a:lnTo>
                <a:lnTo>
                  <a:pt x="460927" y="338972"/>
                </a:lnTo>
                <a:lnTo>
                  <a:pt x="419647" y="331638"/>
                </a:lnTo>
                <a:lnTo>
                  <a:pt x="347005" y="258158"/>
                </a:lnTo>
                <a:lnTo>
                  <a:pt x="344770" y="251243"/>
                </a:lnTo>
                <a:lnTo>
                  <a:pt x="342744" y="240696"/>
                </a:lnTo>
                <a:lnTo>
                  <a:pt x="337226" y="236994"/>
                </a:lnTo>
                <a:lnTo>
                  <a:pt x="331918" y="235248"/>
                </a:lnTo>
                <a:lnTo>
                  <a:pt x="284421" y="144166"/>
                </a:lnTo>
                <a:lnTo>
                  <a:pt x="280091" y="116576"/>
                </a:lnTo>
                <a:lnTo>
                  <a:pt x="285120" y="107356"/>
                </a:lnTo>
                <a:lnTo>
                  <a:pt x="244887" y="95692"/>
                </a:lnTo>
                <a:lnTo>
                  <a:pt x="235388" y="80884"/>
                </a:lnTo>
                <a:lnTo>
                  <a:pt x="222257" y="75925"/>
                </a:lnTo>
                <a:lnTo>
                  <a:pt x="208217" y="84446"/>
                </a:lnTo>
                <a:lnTo>
                  <a:pt x="153386" y="56926"/>
                </a:lnTo>
                <a:lnTo>
                  <a:pt x="163444" y="74598"/>
                </a:lnTo>
                <a:lnTo>
                  <a:pt x="159393" y="82211"/>
                </a:lnTo>
                <a:lnTo>
                  <a:pt x="156879" y="108893"/>
                </a:lnTo>
                <a:lnTo>
                  <a:pt x="174271" y="154294"/>
                </a:lnTo>
                <a:lnTo>
                  <a:pt x="173223" y="173083"/>
                </a:lnTo>
                <a:lnTo>
                  <a:pt x="174480" y="178741"/>
                </a:lnTo>
                <a:lnTo>
                  <a:pt x="192641" y="201581"/>
                </a:lnTo>
                <a:lnTo>
                  <a:pt x="235597" y="233921"/>
                </a:lnTo>
                <a:lnTo>
                  <a:pt x="253479" y="264724"/>
                </a:lnTo>
                <a:lnTo>
                  <a:pt x="261791" y="263257"/>
                </a:lnTo>
                <a:lnTo>
                  <a:pt x="266051" y="272617"/>
                </a:lnTo>
                <a:lnTo>
                  <a:pt x="270312" y="272268"/>
                </a:lnTo>
                <a:lnTo>
                  <a:pt x="274084" y="273595"/>
                </a:lnTo>
                <a:lnTo>
                  <a:pt x="281907" y="293711"/>
                </a:lnTo>
                <a:lnTo>
                  <a:pt x="297483" y="299788"/>
                </a:lnTo>
                <a:lnTo>
                  <a:pt x="307052" y="341627"/>
                </a:lnTo>
                <a:lnTo>
                  <a:pt x="319625" y="353361"/>
                </a:lnTo>
                <a:lnTo>
                  <a:pt x="335201" y="362721"/>
                </a:lnTo>
                <a:lnTo>
                  <a:pt x="338484" y="374944"/>
                </a:lnTo>
                <a:lnTo>
                  <a:pt x="344979" y="386259"/>
                </a:lnTo>
                <a:lnTo>
                  <a:pt x="351266" y="388984"/>
                </a:lnTo>
                <a:lnTo>
                  <a:pt x="358041" y="393733"/>
                </a:lnTo>
                <a:lnTo>
                  <a:pt x="367890" y="421742"/>
                </a:lnTo>
                <a:lnTo>
                  <a:pt x="379205" y="428518"/>
                </a:lnTo>
                <a:lnTo>
                  <a:pt x="372639" y="407703"/>
                </a:lnTo>
                <a:lnTo>
                  <a:pt x="388215" y="419717"/>
                </a:lnTo>
                <a:lnTo>
                  <a:pt x="407633" y="483837"/>
                </a:lnTo>
                <a:lnTo>
                  <a:pt x="417691" y="498994"/>
                </a:lnTo>
                <a:lnTo>
                  <a:pt x="425724" y="502137"/>
                </a:lnTo>
                <a:lnTo>
                  <a:pt x="449821" y="548237"/>
                </a:lnTo>
                <a:lnTo>
                  <a:pt x="446608" y="567655"/>
                </a:lnTo>
                <a:lnTo>
                  <a:pt x="451847" y="584977"/>
                </a:lnTo>
                <a:lnTo>
                  <a:pt x="472243" y="601810"/>
                </a:lnTo>
                <a:lnTo>
                  <a:pt x="479507" y="584698"/>
                </a:lnTo>
                <a:lnTo>
                  <a:pt x="538389" y="645116"/>
                </a:lnTo>
                <a:lnTo>
                  <a:pt x="533080" y="667398"/>
                </a:lnTo>
                <a:lnTo>
                  <a:pt x="497597" y="686117"/>
                </a:lnTo>
                <a:lnTo>
                  <a:pt x="472732" y="636385"/>
                </a:lnTo>
                <a:lnTo>
                  <a:pt x="380462" y="569960"/>
                </a:lnTo>
                <a:lnTo>
                  <a:pt x="375643" y="570030"/>
                </a:lnTo>
                <a:lnTo>
                  <a:pt x="372150" y="570868"/>
                </a:lnTo>
                <a:lnTo>
                  <a:pt x="353291" y="550193"/>
                </a:lnTo>
                <a:lnTo>
                  <a:pt x="353291" y="498854"/>
                </a:lnTo>
                <a:lnTo>
                  <a:pt x="331918" y="454152"/>
                </a:lnTo>
                <a:lnTo>
                  <a:pt x="286936" y="428308"/>
                </a:lnTo>
                <a:lnTo>
                  <a:pt x="277576" y="402953"/>
                </a:lnTo>
                <a:lnTo>
                  <a:pt x="274084" y="409239"/>
                </a:lnTo>
                <a:lnTo>
                  <a:pt x="269334" y="413849"/>
                </a:lnTo>
                <a:lnTo>
                  <a:pt x="258717" y="413500"/>
                </a:lnTo>
                <a:lnTo>
                  <a:pt x="246703" y="418739"/>
                </a:lnTo>
                <a:lnTo>
                  <a:pt x="229591" y="401626"/>
                </a:lnTo>
                <a:lnTo>
                  <a:pt x="187333" y="384024"/>
                </a:lnTo>
                <a:lnTo>
                  <a:pt x="180767" y="369147"/>
                </a:lnTo>
                <a:lnTo>
                  <a:pt x="149126" y="347773"/>
                </a:lnTo>
                <a:lnTo>
                  <a:pt x="146332" y="343443"/>
                </a:lnTo>
                <a:lnTo>
                  <a:pt x="146122" y="340369"/>
                </a:lnTo>
                <a:lnTo>
                  <a:pt x="160930" y="341277"/>
                </a:lnTo>
                <a:lnTo>
                  <a:pt x="178811" y="344490"/>
                </a:lnTo>
                <a:lnTo>
                  <a:pt x="197670" y="338344"/>
                </a:lnTo>
                <a:lnTo>
                  <a:pt x="198369" y="340649"/>
                </a:lnTo>
                <a:lnTo>
                  <a:pt x="197391" y="345119"/>
                </a:lnTo>
                <a:lnTo>
                  <a:pt x="213735" y="352034"/>
                </a:lnTo>
                <a:lnTo>
                  <a:pt x="207449" y="335061"/>
                </a:lnTo>
                <a:lnTo>
                  <a:pt x="200883" y="335759"/>
                </a:lnTo>
                <a:lnTo>
                  <a:pt x="199905" y="333943"/>
                </a:lnTo>
                <a:lnTo>
                  <a:pt x="215272" y="299648"/>
                </a:lnTo>
                <a:lnTo>
                  <a:pt x="153107" y="235039"/>
                </a:lnTo>
                <a:lnTo>
                  <a:pt x="101559" y="206750"/>
                </a:lnTo>
                <a:lnTo>
                  <a:pt x="96321" y="194177"/>
                </a:lnTo>
                <a:lnTo>
                  <a:pt x="92269" y="192431"/>
                </a:lnTo>
                <a:lnTo>
                  <a:pt x="93527" y="183840"/>
                </a:lnTo>
                <a:lnTo>
                  <a:pt x="91780" y="168473"/>
                </a:lnTo>
                <a:lnTo>
                  <a:pt x="88777" y="164562"/>
                </a:lnTo>
                <a:lnTo>
                  <a:pt x="79208" y="160790"/>
                </a:lnTo>
                <a:lnTo>
                  <a:pt x="74458" y="133549"/>
                </a:lnTo>
                <a:lnTo>
                  <a:pt x="58114" y="121885"/>
                </a:lnTo>
                <a:lnTo>
                  <a:pt x="55599" y="105610"/>
                </a:lnTo>
                <a:lnTo>
                  <a:pt x="32689" y="80395"/>
                </a:lnTo>
                <a:lnTo>
                  <a:pt x="32200" y="71105"/>
                </a:lnTo>
                <a:lnTo>
                  <a:pt x="28428" y="68521"/>
                </a:lnTo>
                <a:lnTo>
                  <a:pt x="35483" y="60418"/>
                </a:lnTo>
                <a:lnTo>
                  <a:pt x="19627" y="50221"/>
                </a:lnTo>
                <a:lnTo>
                  <a:pt x="0" y="12782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País MX"/>
          <p:cNvSpPr/>
          <p:nvPr/>
        </p:nvSpPr>
        <p:spPr>
          <a:xfrm>
            <a:off x="3067635" y="2765215"/>
            <a:ext cx="17811" cy="21444"/>
          </a:xfrm>
          <a:custGeom>
            <a:avLst/>
            <a:gdLst/>
            <a:ahLst/>
            <a:cxnLst/>
            <a:rect l="l" t="t" r="r" b="b"/>
            <a:pathLst>
              <a:path w="17811" h="21444">
                <a:moveTo>
                  <a:pt x="5518" y="19278"/>
                </a:moveTo>
                <a:lnTo>
                  <a:pt x="1746" y="21444"/>
                </a:lnTo>
                <a:lnTo>
                  <a:pt x="0" y="13691"/>
                </a:lnTo>
                <a:lnTo>
                  <a:pt x="2724" y="6287"/>
                </a:lnTo>
                <a:lnTo>
                  <a:pt x="17811" y="0"/>
                </a:lnTo>
                <a:lnTo>
                  <a:pt x="5518" y="19278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País MX"/>
          <p:cNvSpPr/>
          <p:nvPr/>
        </p:nvSpPr>
        <p:spPr>
          <a:xfrm>
            <a:off x="1697217" y="2687125"/>
            <a:ext cx="9499" cy="11735"/>
          </a:xfrm>
          <a:custGeom>
            <a:avLst/>
            <a:gdLst/>
            <a:ahLst/>
            <a:cxnLst/>
            <a:rect l="l" t="t" r="r" b="b"/>
            <a:pathLst>
              <a:path w="9499" h="11735">
                <a:moveTo>
                  <a:pt x="9499" y="6077"/>
                </a:moveTo>
                <a:lnTo>
                  <a:pt x="7543" y="11735"/>
                </a:lnTo>
                <a:lnTo>
                  <a:pt x="2235" y="9430"/>
                </a:lnTo>
                <a:lnTo>
                  <a:pt x="209" y="5798"/>
                </a:lnTo>
                <a:lnTo>
                  <a:pt x="0" y="0"/>
                </a:lnTo>
                <a:lnTo>
                  <a:pt x="9499" y="6077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País MX"/>
          <p:cNvSpPr/>
          <p:nvPr/>
        </p:nvSpPr>
        <p:spPr>
          <a:xfrm>
            <a:off x="1388139" y="2885144"/>
            <a:ext cx="10338" cy="9919"/>
          </a:xfrm>
          <a:custGeom>
            <a:avLst/>
            <a:gdLst/>
            <a:ahLst/>
            <a:cxnLst/>
            <a:rect l="l" t="t" r="r" b="b"/>
            <a:pathLst>
              <a:path w="10338" h="9919">
                <a:moveTo>
                  <a:pt x="10338" y="8452"/>
                </a:moveTo>
                <a:lnTo>
                  <a:pt x="6007" y="9919"/>
                </a:lnTo>
                <a:lnTo>
                  <a:pt x="0" y="5588"/>
                </a:lnTo>
                <a:lnTo>
                  <a:pt x="1537" y="2305"/>
                </a:lnTo>
                <a:lnTo>
                  <a:pt x="5029" y="0"/>
                </a:lnTo>
                <a:lnTo>
                  <a:pt x="8522" y="4191"/>
                </a:lnTo>
                <a:lnTo>
                  <a:pt x="10338" y="8452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País MX"/>
          <p:cNvSpPr/>
          <p:nvPr/>
        </p:nvSpPr>
        <p:spPr>
          <a:xfrm>
            <a:off x="1413564" y="2450760"/>
            <a:ext cx="11315" cy="13271"/>
          </a:xfrm>
          <a:custGeom>
            <a:avLst/>
            <a:gdLst/>
            <a:ahLst/>
            <a:cxnLst/>
            <a:rect l="l" t="t" r="r" b="b"/>
            <a:pathLst>
              <a:path w="11315" h="13271">
                <a:moveTo>
                  <a:pt x="9290" y="5378"/>
                </a:moveTo>
                <a:lnTo>
                  <a:pt x="11315" y="13271"/>
                </a:lnTo>
                <a:lnTo>
                  <a:pt x="7543" y="12013"/>
                </a:lnTo>
                <a:lnTo>
                  <a:pt x="0" y="0"/>
                </a:lnTo>
                <a:lnTo>
                  <a:pt x="9290" y="5378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País MX"/>
          <p:cNvSpPr/>
          <p:nvPr/>
        </p:nvSpPr>
        <p:spPr>
          <a:xfrm>
            <a:off x="1211843" y="2137002"/>
            <a:ext cx="30174" cy="36321"/>
          </a:xfrm>
          <a:custGeom>
            <a:avLst/>
            <a:gdLst/>
            <a:ahLst/>
            <a:cxnLst/>
            <a:rect l="l" t="t" r="r" b="b"/>
            <a:pathLst>
              <a:path w="30174" h="36321">
                <a:moveTo>
                  <a:pt x="30174" y="36321"/>
                </a:moveTo>
                <a:lnTo>
                  <a:pt x="6286" y="18510"/>
                </a:lnTo>
                <a:lnTo>
                  <a:pt x="0" y="0"/>
                </a:lnTo>
                <a:lnTo>
                  <a:pt x="5588" y="908"/>
                </a:lnTo>
                <a:lnTo>
                  <a:pt x="11874" y="6007"/>
                </a:lnTo>
                <a:lnTo>
                  <a:pt x="14877" y="10897"/>
                </a:lnTo>
                <a:lnTo>
                  <a:pt x="14877" y="16345"/>
                </a:lnTo>
                <a:lnTo>
                  <a:pt x="26961" y="18859"/>
                </a:lnTo>
                <a:lnTo>
                  <a:pt x="28707" y="30733"/>
                </a:lnTo>
                <a:lnTo>
                  <a:pt x="30174" y="36321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País MX"/>
          <p:cNvSpPr/>
          <p:nvPr/>
        </p:nvSpPr>
        <p:spPr>
          <a:xfrm>
            <a:off x="1088421" y="2221099"/>
            <a:ext cx="12783" cy="23190"/>
          </a:xfrm>
          <a:custGeom>
            <a:avLst/>
            <a:gdLst/>
            <a:ahLst/>
            <a:cxnLst/>
            <a:rect l="l" t="t" r="r" b="b"/>
            <a:pathLst>
              <a:path w="12783" h="23190">
                <a:moveTo>
                  <a:pt x="12783" y="20885"/>
                </a:moveTo>
                <a:lnTo>
                  <a:pt x="11805" y="23190"/>
                </a:lnTo>
                <a:lnTo>
                  <a:pt x="0" y="18440"/>
                </a:lnTo>
                <a:lnTo>
                  <a:pt x="8522" y="0"/>
                </a:lnTo>
                <a:lnTo>
                  <a:pt x="12783" y="20885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País MX"/>
          <p:cNvSpPr/>
          <p:nvPr/>
        </p:nvSpPr>
        <p:spPr>
          <a:xfrm>
            <a:off x="1286790" y="2160262"/>
            <a:ext cx="21653" cy="32828"/>
          </a:xfrm>
          <a:custGeom>
            <a:avLst/>
            <a:gdLst/>
            <a:ahLst/>
            <a:cxnLst/>
            <a:rect l="l" t="t" r="r" b="b"/>
            <a:pathLst>
              <a:path w="21653" h="32828">
                <a:moveTo>
                  <a:pt x="21653" y="16344"/>
                </a:moveTo>
                <a:lnTo>
                  <a:pt x="16344" y="32828"/>
                </a:lnTo>
                <a:lnTo>
                  <a:pt x="11106" y="32619"/>
                </a:lnTo>
                <a:lnTo>
                  <a:pt x="0" y="27380"/>
                </a:lnTo>
                <a:lnTo>
                  <a:pt x="6286" y="2514"/>
                </a:lnTo>
                <a:lnTo>
                  <a:pt x="16135" y="0"/>
                </a:lnTo>
                <a:lnTo>
                  <a:pt x="21653" y="16344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País MX"/>
          <p:cNvSpPr/>
          <p:nvPr/>
        </p:nvSpPr>
        <p:spPr>
          <a:xfrm>
            <a:off x="875664" y="2163894"/>
            <a:ext cx="11106" cy="19906"/>
          </a:xfrm>
          <a:custGeom>
            <a:avLst/>
            <a:gdLst/>
            <a:ahLst/>
            <a:cxnLst/>
            <a:rect l="l" t="t" r="r" b="b"/>
            <a:pathLst>
              <a:path w="11106" h="19906">
                <a:moveTo>
                  <a:pt x="11106" y="17182"/>
                </a:moveTo>
                <a:lnTo>
                  <a:pt x="8033" y="19906"/>
                </a:lnTo>
                <a:lnTo>
                  <a:pt x="0" y="5308"/>
                </a:lnTo>
                <a:lnTo>
                  <a:pt x="0" y="1816"/>
                </a:lnTo>
                <a:lnTo>
                  <a:pt x="2305" y="0"/>
                </a:lnTo>
                <a:lnTo>
                  <a:pt x="11106" y="17182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País MX"/>
          <p:cNvSpPr/>
          <p:nvPr/>
        </p:nvSpPr>
        <p:spPr>
          <a:xfrm>
            <a:off x="2732434" y="2892269"/>
            <a:ext cx="19627" cy="7404"/>
          </a:xfrm>
          <a:custGeom>
            <a:avLst/>
            <a:gdLst/>
            <a:ahLst/>
            <a:cxnLst/>
            <a:rect l="l" t="t" r="r" b="b"/>
            <a:pathLst>
              <a:path w="19627" h="7404">
                <a:moveTo>
                  <a:pt x="9290" y="5797"/>
                </a:moveTo>
                <a:lnTo>
                  <a:pt x="1467" y="7404"/>
                </a:lnTo>
                <a:lnTo>
                  <a:pt x="0" y="5797"/>
                </a:lnTo>
                <a:lnTo>
                  <a:pt x="19627" y="0"/>
                </a:lnTo>
                <a:lnTo>
                  <a:pt x="11316" y="3422"/>
                </a:lnTo>
                <a:lnTo>
                  <a:pt x="9290" y="5797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País MX"/>
          <p:cNvSpPr/>
          <p:nvPr/>
        </p:nvSpPr>
        <p:spPr>
          <a:xfrm>
            <a:off x="1376824" y="2383705"/>
            <a:ext cx="8801" cy="14319"/>
          </a:xfrm>
          <a:custGeom>
            <a:avLst/>
            <a:gdLst/>
            <a:ahLst/>
            <a:cxnLst/>
            <a:rect l="l" t="t" r="r" b="b"/>
            <a:pathLst>
              <a:path w="8801" h="14319">
                <a:moveTo>
                  <a:pt x="8801" y="1467"/>
                </a:moveTo>
                <a:lnTo>
                  <a:pt x="0" y="14319"/>
                </a:lnTo>
                <a:lnTo>
                  <a:pt x="3003" y="0"/>
                </a:lnTo>
                <a:lnTo>
                  <a:pt x="8801" y="1467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País MX"/>
          <p:cNvSpPr/>
          <p:nvPr/>
        </p:nvSpPr>
        <p:spPr>
          <a:xfrm>
            <a:off x="1321784" y="2487779"/>
            <a:ext cx="21862" cy="14319"/>
          </a:xfrm>
          <a:custGeom>
            <a:avLst/>
            <a:gdLst/>
            <a:ahLst/>
            <a:cxnLst/>
            <a:rect l="l" t="t" r="r" b="b"/>
            <a:pathLst>
              <a:path w="21862" h="14319">
                <a:moveTo>
                  <a:pt x="21862" y="11036"/>
                </a:moveTo>
                <a:lnTo>
                  <a:pt x="21094" y="14319"/>
                </a:lnTo>
                <a:lnTo>
                  <a:pt x="0" y="1187"/>
                </a:lnTo>
                <a:lnTo>
                  <a:pt x="5029" y="0"/>
                </a:lnTo>
                <a:lnTo>
                  <a:pt x="10756" y="978"/>
                </a:lnTo>
                <a:lnTo>
                  <a:pt x="21862" y="11036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País MX"/>
          <p:cNvSpPr/>
          <p:nvPr/>
        </p:nvSpPr>
        <p:spPr>
          <a:xfrm>
            <a:off x="1301877" y="2436441"/>
            <a:ext cx="16833" cy="51687"/>
          </a:xfrm>
          <a:custGeom>
            <a:avLst/>
            <a:gdLst/>
            <a:ahLst/>
            <a:cxnLst/>
            <a:rect l="l" t="t" r="r" b="b"/>
            <a:pathLst>
              <a:path w="16833" h="51687">
                <a:moveTo>
                  <a:pt x="16833" y="51687"/>
                </a:moveTo>
                <a:lnTo>
                  <a:pt x="0" y="34714"/>
                </a:lnTo>
                <a:lnTo>
                  <a:pt x="5308" y="23469"/>
                </a:lnTo>
                <a:lnTo>
                  <a:pt x="9569" y="0"/>
                </a:lnTo>
                <a:lnTo>
                  <a:pt x="7334" y="31082"/>
                </a:lnTo>
                <a:lnTo>
                  <a:pt x="16833" y="51687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País JM"/>
          <p:cNvSpPr/>
          <p:nvPr/>
        </p:nvSpPr>
        <p:spPr>
          <a:xfrm>
            <a:off x="3673846" y="2908893"/>
            <a:ext cx="148636" cy="56367"/>
          </a:xfrm>
          <a:custGeom>
            <a:avLst/>
            <a:gdLst/>
            <a:ahLst/>
            <a:cxnLst/>
            <a:rect l="l" t="t" r="r" b="b"/>
            <a:pathLst>
              <a:path w="148636" h="56367">
                <a:moveTo>
                  <a:pt x="75226" y="4470"/>
                </a:moveTo>
                <a:lnTo>
                  <a:pt x="138858" y="25843"/>
                </a:lnTo>
                <a:lnTo>
                  <a:pt x="147100" y="38556"/>
                </a:lnTo>
                <a:lnTo>
                  <a:pt x="148636" y="42537"/>
                </a:lnTo>
                <a:lnTo>
                  <a:pt x="126774" y="45820"/>
                </a:lnTo>
                <a:lnTo>
                  <a:pt x="103864" y="38346"/>
                </a:lnTo>
                <a:lnTo>
                  <a:pt x="100860" y="43166"/>
                </a:lnTo>
                <a:lnTo>
                  <a:pt x="97368" y="47077"/>
                </a:lnTo>
                <a:lnTo>
                  <a:pt x="85284" y="44842"/>
                </a:lnTo>
                <a:lnTo>
                  <a:pt x="82490" y="47287"/>
                </a:lnTo>
                <a:lnTo>
                  <a:pt x="79207" y="56367"/>
                </a:lnTo>
                <a:lnTo>
                  <a:pt x="73969" y="51897"/>
                </a:lnTo>
                <a:lnTo>
                  <a:pt x="68171" y="48125"/>
                </a:lnTo>
                <a:lnTo>
                  <a:pt x="39743" y="44982"/>
                </a:lnTo>
                <a:lnTo>
                  <a:pt x="20675" y="24377"/>
                </a:lnTo>
                <a:lnTo>
                  <a:pt x="18649" y="23189"/>
                </a:lnTo>
                <a:lnTo>
                  <a:pt x="3073" y="21234"/>
                </a:lnTo>
                <a:lnTo>
                  <a:pt x="0" y="16344"/>
                </a:lnTo>
                <a:lnTo>
                  <a:pt x="1047" y="12014"/>
                </a:lnTo>
                <a:lnTo>
                  <a:pt x="32479" y="0"/>
                </a:lnTo>
                <a:lnTo>
                  <a:pt x="75226" y="4470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País HN"/>
          <p:cNvSpPr/>
          <p:nvPr/>
        </p:nvSpPr>
        <p:spPr>
          <a:xfrm>
            <a:off x="2903911" y="3083373"/>
            <a:ext cx="433267" cy="212687"/>
          </a:xfrm>
          <a:custGeom>
            <a:avLst/>
            <a:gdLst/>
            <a:ahLst/>
            <a:cxnLst/>
            <a:rect l="l" t="t" r="r" b="b"/>
            <a:pathLst>
              <a:path w="433267" h="212687">
                <a:moveTo>
                  <a:pt x="433267" y="72013"/>
                </a:moveTo>
                <a:lnTo>
                  <a:pt x="415386" y="70966"/>
                </a:lnTo>
                <a:lnTo>
                  <a:pt x="406865" y="73131"/>
                </a:lnTo>
                <a:lnTo>
                  <a:pt x="403093" y="77950"/>
                </a:lnTo>
                <a:lnTo>
                  <a:pt x="400089" y="80186"/>
                </a:lnTo>
                <a:lnTo>
                  <a:pt x="342744" y="96390"/>
                </a:lnTo>
                <a:lnTo>
                  <a:pt x="314316" y="84796"/>
                </a:lnTo>
                <a:lnTo>
                  <a:pt x="305795" y="88777"/>
                </a:lnTo>
                <a:lnTo>
                  <a:pt x="293432" y="104632"/>
                </a:lnTo>
                <a:lnTo>
                  <a:pt x="292174" y="117415"/>
                </a:lnTo>
                <a:lnTo>
                  <a:pt x="253479" y="151221"/>
                </a:lnTo>
                <a:lnTo>
                  <a:pt x="232105" y="137880"/>
                </a:lnTo>
                <a:lnTo>
                  <a:pt x="211709" y="157368"/>
                </a:lnTo>
                <a:lnTo>
                  <a:pt x="181814" y="159114"/>
                </a:lnTo>
                <a:lnTo>
                  <a:pt x="185097" y="189288"/>
                </a:lnTo>
                <a:lnTo>
                  <a:pt x="173782" y="192571"/>
                </a:lnTo>
                <a:lnTo>
                  <a:pt x="160930" y="211849"/>
                </a:lnTo>
                <a:lnTo>
                  <a:pt x="141303" y="212687"/>
                </a:lnTo>
                <a:lnTo>
                  <a:pt x="130756" y="186634"/>
                </a:lnTo>
                <a:lnTo>
                  <a:pt x="108125" y="183351"/>
                </a:lnTo>
                <a:lnTo>
                  <a:pt x="113433" y="179719"/>
                </a:lnTo>
                <a:lnTo>
                  <a:pt x="114900" y="154504"/>
                </a:lnTo>
                <a:lnTo>
                  <a:pt x="113922" y="152408"/>
                </a:lnTo>
                <a:lnTo>
                  <a:pt x="108893" y="149056"/>
                </a:lnTo>
                <a:lnTo>
                  <a:pt x="102607" y="148637"/>
                </a:lnTo>
                <a:lnTo>
                  <a:pt x="95832" y="149754"/>
                </a:lnTo>
                <a:lnTo>
                  <a:pt x="84516" y="142211"/>
                </a:lnTo>
                <a:lnTo>
                  <a:pt x="61396" y="151570"/>
                </a:lnTo>
                <a:lnTo>
                  <a:pt x="59371" y="142839"/>
                </a:lnTo>
                <a:lnTo>
                  <a:pt x="45750" y="139067"/>
                </a:lnTo>
                <a:lnTo>
                  <a:pt x="21374" y="118323"/>
                </a:lnTo>
                <a:lnTo>
                  <a:pt x="0" y="112316"/>
                </a:lnTo>
                <a:lnTo>
                  <a:pt x="13341" y="98975"/>
                </a:lnTo>
                <a:lnTo>
                  <a:pt x="9849" y="80884"/>
                </a:lnTo>
                <a:lnTo>
                  <a:pt x="15367" y="66426"/>
                </a:lnTo>
                <a:lnTo>
                  <a:pt x="79208" y="20605"/>
                </a:lnTo>
                <a:lnTo>
                  <a:pt x="115948" y="7893"/>
                </a:lnTo>
                <a:lnTo>
                  <a:pt x="131035" y="16344"/>
                </a:lnTo>
                <a:lnTo>
                  <a:pt x="171477" y="18300"/>
                </a:lnTo>
                <a:lnTo>
                  <a:pt x="209963" y="16833"/>
                </a:lnTo>
                <a:lnTo>
                  <a:pt x="239369" y="4959"/>
                </a:lnTo>
                <a:lnTo>
                  <a:pt x="238112" y="1467"/>
                </a:lnTo>
                <a:lnTo>
                  <a:pt x="235877" y="0"/>
                </a:lnTo>
                <a:lnTo>
                  <a:pt x="249986" y="1467"/>
                </a:lnTo>
                <a:lnTo>
                  <a:pt x="270801" y="8731"/>
                </a:lnTo>
                <a:lnTo>
                  <a:pt x="306563" y="2445"/>
                </a:lnTo>
                <a:lnTo>
                  <a:pt x="329403" y="9849"/>
                </a:lnTo>
                <a:lnTo>
                  <a:pt x="335480" y="15506"/>
                </a:lnTo>
                <a:lnTo>
                  <a:pt x="344770" y="13551"/>
                </a:lnTo>
                <a:lnTo>
                  <a:pt x="340230" y="12363"/>
                </a:lnTo>
                <a:lnTo>
                  <a:pt x="338204" y="10547"/>
                </a:lnTo>
                <a:lnTo>
                  <a:pt x="356295" y="14040"/>
                </a:lnTo>
                <a:lnTo>
                  <a:pt x="390241" y="41001"/>
                </a:lnTo>
                <a:lnTo>
                  <a:pt x="368658" y="35902"/>
                </a:lnTo>
                <a:lnTo>
                  <a:pt x="367890" y="43515"/>
                </a:lnTo>
                <a:lnTo>
                  <a:pt x="379694" y="44004"/>
                </a:lnTo>
                <a:lnTo>
                  <a:pt x="391289" y="56158"/>
                </a:lnTo>
                <a:lnTo>
                  <a:pt x="409659" y="56018"/>
                </a:lnTo>
                <a:lnTo>
                  <a:pt x="399321" y="45820"/>
                </a:lnTo>
                <a:lnTo>
                  <a:pt x="418669" y="54831"/>
                </a:lnTo>
                <a:lnTo>
                  <a:pt x="433267" y="72013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País HN"/>
          <p:cNvSpPr/>
          <p:nvPr/>
        </p:nvSpPr>
        <p:spPr>
          <a:xfrm>
            <a:off x="3094806" y="3058647"/>
            <a:ext cx="14528" cy="5448"/>
          </a:xfrm>
          <a:custGeom>
            <a:avLst/>
            <a:gdLst/>
            <a:ahLst/>
            <a:cxnLst/>
            <a:rect l="l" t="t" r="r" b="b"/>
            <a:pathLst>
              <a:path w="14528" h="5448">
                <a:moveTo>
                  <a:pt x="14528" y="0"/>
                </a:moveTo>
                <a:lnTo>
                  <a:pt x="3492" y="5448"/>
                </a:lnTo>
                <a:lnTo>
                  <a:pt x="0" y="5308"/>
                </a:lnTo>
                <a:lnTo>
                  <a:pt x="14528" y="0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aís HN"/>
          <p:cNvSpPr/>
          <p:nvPr/>
        </p:nvSpPr>
        <p:spPr>
          <a:xfrm>
            <a:off x="3141534" y="3052849"/>
            <a:ext cx="6286" cy="3982"/>
          </a:xfrm>
          <a:custGeom>
            <a:avLst/>
            <a:gdLst/>
            <a:ahLst/>
            <a:cxnLst/>
            <a:rect l="l" t="t" r="r" b="b"/>
            <a:pathLst>
              <a:path w="6286" h="3982">
                <a:moveTo>
                  <a:pt x="6286" y="0"/>
                </a:moveTo>
                <a:lnTo>
                  <a:pt x="1048" y="3982"/>
                </a:lnTo>
                <a:lnTo>
                  <a:pt x="0" y="2166"/>
                </a:lnTo>
                <a:lnTo>
                  <a:pt x="6286" y="0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País HT"/>
          <p:cNvSpPr/>
          <p:nvPr/>
        </p:nvSpPr>
        <p:spPr>
          <a:xfrm>
            <a:off x="3943459" y="2810686"/>
            <a:ext cx="197880" cy="131943"/>
          </a:xfrm>
          <a:custGeom>
            <a:avLst/>
            <a:gdLst/>
            <a:ahLst/>
            <a:cxnLst/>
            <a:rect l="l" t="t" r="r" b="b"/>
            <a:pathLst>
              <a:path w="197880" h="131943">
                <a:moveTo>
                  <a:pt x="188590" y="14668"/>
                </a:moveTo>
                <a:lnTo>
                  <a:pt x="190825" y="44843"/>
                </a:lnTo>
                <a:lnTo>
                  <a:pt x="197880" y="51129"/>
                </a:lnTo>
                <a:lnTo>
                  <a:pt x="197880" y="53364"/>
                </a:lnTo>
                <a:lnTo>
                  <a:pt x="186564" y="65727"/>
                </a:lnTo>
                <a:lnTo>
                  <a:pt x="191104" y="83539"/>
                </a:lnTo>
                <a:lnTo>
                  <a:pt x="173223" y="92898"/>
                </a:lnTo>
                <a:lnTo>
                  <a:pt x="189847" y="110779"/>
                </a:lnTo>
                <a:lnTo>
                  <a:pt x="189288" y="131943"/>
                </a:lnTo>
                <a:lnTo>
                  <a:pt x="168962" y="118672"/>
                </a:lnTo>
                <a:lnTo>
                  <a:pt x="111897" y="124050"/>
                </a:lnTo>
                <a:lnTo>
                  <a:pt x="76414" y="117136"/>
                </a:lnTo>
                <a:lnTo>
                  <a:pt x="50989" y="121396"/>
                </a:lnTo>
                <a:lnTo>
                  <a:pt x="41490" y="131804"/>
                </a:lnTo>
                <a:lnTo>
                  <a:pt x="1257" y="107147"/>
                </a:lnTo>
                <a:lnTo>
                  <a:pt x="0" y="103306"/>
                </a:lnTo>
                <a:lnTo>
                  <a:pt x="6496" y="91082"/>
                </a:lnTo>
                <a:lnTo>
                  <a:pt x="13551" y="88777"/>
                </a:lnTo>
                <a:lnTo>
                  <a:pt x="17602" y="88358"/>
                </a:lnTo>
                <a:lnTo>
                  <a:pt x="117904" y="104283"/>
                </a:lnTo>
                <a:lnTo>
                  <a:pt x="146821" y="94575"/>
                </a:lnTo>
                <a:lnTo>
                  <a:pt x="148846" y="91082"/>
                </a:lnTo>
                <a:lnTo>
                  <a:pt x="148846" y="87520"/>
                </a:lnTo>
                <a:lnTo>
                  <a:pt x="116367" y="59790"/>
                </a:lnTo>
                <a:lnTo>
                  <a:pt x="123910" y="34086"/>
                </a:lnTo>
                <a:lnTo>
                  <a:pt x="75645" y="18790"/>
                </a:lnTo>
                <a:lnTo>
                  <a:pt x="72642" y="14389"/>
                </a:lnTo>
                <a:lnTo>
                  <a:pt x="75436" y="8452"/>
                </a:lnTo>
                <a:lnTo>
                  <a:pt x="81163" y="5099"/>
                </a:lnTo>
                <a:lnTo>
                  <a:pt x="111897" y="0"/>
                </a:lnTo>
                <a:lnTo>
                  <a:pt x="188590" y="14668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País HT"/>
          <p:cNvSpPr/>
          <p:nvPr/>
        </p:nvSpPr>
        <p:spPr>
          <a:xfrm>
            <a:off x="4026927" y="2878718"/>
            <a:ext cx="33458" cy="17183"/>
          </a:xfrm>
          <a:custGeom>
            <a:avLst/>
            <a:gdLst/>
            <a:ahLst/>
            <a:cxnLst/>
            <a:rect l="l" t="t" r="r" b="b"/>
            <a:pathLst>
              <a:path w="33458" h="17183">
                <a:moveTo>
                  <a:pt x="33458" y="12363"/>
                </a:moveTo>
                <a:lnTo>
                  <a:pt x="32200" y="17183"/>
                </a:lnTo>
                <a:lnTo>
                  <a:pt x="14319" y="11386"/>
                </a:lnTo>
                <a:lnTo>
                  <a:pt x="0" y="3982"/>
                </a:lnTo>
                <a:lnTo>
                  <a:pt x="489" y="0"/>
                </a:lnTo>
                <a:lnTo>
                  <a:pt x="33458" y="12363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País GY"/>
          <p:cNvSpPr/>
          <p:nvPr/>
        </p:nvSpPr>
        <p:spPr>
          <a:xfrm>
            <a:off x="4857700" y="3605487"/>
            <a:ext cx="342744" cy="512684"/>
          </a:xfrm>
          <a:custGeom>
            <a:avLst/>
            <a:gdLst/>
            <a:ahLst/>
            <a:cxnLst/>
            <a:rect l="l" t="t" r="r" b="b"/>
            <a:pathLst>
              <a:path w="342744" h="512684">
                <a:moveTo>
                  <a:pt x="45261" y="233781"/>
                </a:moveTo>
                <a:lnTo>
                  <a:pt x="0" y="182303"/>
                </a:lnTo>
                <a:lnTo>
                  <a:pt x="18160" y="163095"/>
                </a:lnTo>
                <a:lnTo>
                  <a:pt x="13131" y="136902"/>
                </a:lnTo>
                <a:lnTo>
                  <a:pt x="14877" y="132572"/>
                </a:lnTo>
                <a:lnTo>
                  <a:pt x="17113" y="129498"/>
                </a:lnTo>
                <a:lnTo>
                  <a:pt x="47077" y="124399"/>
                </a:lnTo>
                <a:lnTo>
                  <a:pt x="72432" y="107915"/>
                </a:lnTo>
                <a:lnTo>
                  <a:pt x="74737" y="101769"/>
                </a:lnTo>
                <a:lnTo>
                  <a:pt x="74458" y="98835"/>
                </a:lnTo>
                <a:lnTo>
                  <a:pt x="52805" y="93526"/>
                </a:lnTo>
                <a:lnTo>
                  <a:pt x="46798" y="70686"/>
                </a:lnTo>
                <a:lnTo>
                  <a:pt x="61117" y="51408"/>
                </a:lnTo>
                <a:lnTo>
                  <a:pt x="94853" y="34575"/>
                </a:lnTo>
                <a:lnTo>
                  <a:pt x="107636" y="21024"/>
                </a:lnTo>
                <a:lnTo>
                  <a:pt x="95831" y="0"/>
                </a:lnTo>
                <a:lnTo>
                  <a:pt x="98346" y="1118"/>
                </a:lnTo>
                <a:lnTo>
                  <a:pt x="108404" y="12293"/>
                </a:lnTo>
                <a:lnTo>
                  <a:pt x="120488" y="12992"/>
                </a:lnTo>
                <a:lnTo>
                  <a:pt x="133549" y="20605"/>
                </a:lnTo>
                <a:lnTo>
                  <a:pt x="152897" y="33108"/>
                </a:lnTo>
                <a:lnTo>
                  <a:pt x="203467" y="85354"/>
                </a:lnTo>
                <a:lnTo>
                  <a:pt x="189847" y="150732"/>
                </a:lnTo>
                <a:lnTo>
                  <a:pt x="207728" y="118602"/>
                </a:lnTo>
                <a:lnTo>
                  <a:pt x="216040" y="116646"/>
                </a:lnTo>
                <a:lnTo>
                  <a:pt x="237902" y="123072"/>
                </a:lnTo>
                <a:lnTo>
                  <a:pt x="268845" y="154853"/>
                </a:lnTo>
                <a:lnTo>
                  <a:pt x="282675" y="158974"/>
                </a:lnTo>
                <a:lnTo>
                  <a:pt x="290707" y="165540"/>
                </a:lnTo>
                <a:lnTo>
                  <a:pt x="292942" y="209544"/>
                </a:lnTo>
                <a:lnTo>
                  <a:pt x="284421" y="224492"/>
                </a:lnTo>
                <a:lnTo>
                  <a:pt x="291965" y="234270"/>
                </a:lnTo>
                <a:lnTo>
                  <a:pt x="283443" y="246563"/>
                </a:lnTo>
                <a:lnTo>
                  <a:pt x="257041" y="248449"/>
                </a:lnTo>
                <a:lnTo>
                  <a:pt x="245166" y="256203"/>
                </a:lnTo>
                <a:lnTo>
                  <a:pt x="247471" y="271010"/>
                </a:lnTo>
                <a:lnTo>
                  <a:pt x="232873" y="310684"/>
                </a:lnTo>
                <a:lnTo>
                  <a:pt x="261511" y="359997"/>
                </a:lnTo>
                <a:lnTo>
                  <a:pt x="285399" y="361254"/>
                </a:lnTo>
                <a:lnTo>
                  <a:pt x="292942" y="397854"/>
                </a:lnTo>
                <a:lnTo>
                  <a:pt x="327168" y="454850"/>
                </a:lnTo>
                <a:lnTo>
                  <a:pt x="342744" y="461556"/>
                </a:lnTo>
                <a:lnTo>
                  <a:pt x="318088" y="465747"/>
                </a:lnTo>
                <a:lnTo>
                  <a:pt x="298251" y="456457"/>
                </a:lnTo>
                <a:lnTo>
                  <a:pt x="284421" y="459949"/>
                </a:lnTo>
                <a:lnTo>
                  <a:pt x="268565" y="476573"/>
                </a:lnTo>
                <a:lnTo>
                  <a:pt x="237902" y="482021"/>
                </a:lnTo>
                <a:lnTo>
                  <a:pt x="234410" y="490962"/>
                </a:lnTo>
                <a:lnTo>
                  <a:pt x="213036" y="486282"/>
                </a:lnTo>
                <a:lnTo>
                  <a:pt x="201441" y="496689"/>
                </a:lnTo>
                <a:lnTo>
                  <a:pt x="200953" y="507376"/>
                </a:lnTo>
                <a:lnTo>
                  <a:pt x="181814" y="512684"/>
                </a:lnTo>
                <a:lnTo>
                  <a:pt x="150872" y="501020"/>
                </a:lnTo>
                <a:lnTo>
                  <a:pt x="115179" y="466236"/>
                </a:lnTo>
                <a:lnTo>
                  <a:pt x="114201" y="438226"/>
                </a:lnTo>
                <a:lnTo>
                  <a:pt x="107636" y="434594"/>
                </a:lnTo>
                <a:lnTo>
                  <a:pt x="104912" y="432080"/>
                </a:lnTo>
                <a:lnTo>
                  <a:pt x="99882" y="416294"/>
                </a:lnTo>
                <a:lnTo>
                  <a:pt x="97577" y="409240"/>
                </a:lnTo>
                <a:lnTo>
                  <a:pt x="108893" y="363210"/>
                </a:lnTo>
                <a:lnTo>
                  <a:pt x="107147" y="346586"/>
                </a:lnTo>
                <a:lnTo>
                  <a:pt x="128520" y="322349"/>
                </a:lnTo>
                <a:lnTo>
                  <a:pt x="115459" y="301953"/>
                </a:lnTo>
                <a:lnTo>
                  <a:pt x="117694" y="291127"/>
                </a:lnTo>
                <a:lnTo>
                  <a:pt x="86751" y="280510"/>
                </a:lnTo>
                <a:lnTo>
                  <a:pt x="97857" y="242023"/>
                </a:lnTo>
                <a:lnTo>
                  <a:pt x="87310" y="231267"/>
                </a:lnTo>
                <a:lnTo>
                  <a:pt x="45261" y="233781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País GT"/>
          <p:cNvSpPr/>
          <p:nvPr/>
        </p:nvSpPr>
        <p:spPr>
          <a:xfrm>
            <a:off x="2703238" y="2958136"/>
            <a:ext cx="279881" cy="285049"/>
          </a:xfrm>
          <a:custGeom>
            <a:avLst/>
            <a:gdLst/>
            <a:ahLst/>
            <a:cxnLst/>
            <a:rect l="l" t="t" r="r" b="b"/>
            <a:pathLst>
              <a:path w="279881" h="285049">
                <a:moveTo>
                  <a:pt x="0" y="228542"/>
                </a:moveTo>
                <a:lnTo>
                  <a:pt x="11106" y="191593"/>
                </a:lnTo>
                <a:lnTo>
                  <a:pt x="2025" y="180138"/>
                </a:lnTo>
                <a:lnTo>
                  <a:pt x="2025" y="177483"/>
                </a:lnTo>
                <a:lnTo>
                  <a:pt x="34714" y="121954"/>
                </a:lnTo>
                <a:lnTo>
                  <a:pt x="124958" y="121815"/>
                </a:lnTo>
                <a:lnTo>
                  <a:pt x="126983" y="99673"/>
                </a:lnTo>
                <a:lnTo>
                  <a:pt x="57624" y="39114"/>
                </a:lnTo>
                <a:lnTo>
                  <a:pt x="72711" y="39254"/>
                </a:lnTo>
                <a:lnTo>
                  <a:pt x="86751" y="39394"/>
                </a:lnTo>
                <a:lnTo>
                  <a:pt x="87030" y="0"/>
                </a:lnTo>
                <a:lnTo>
                  <a:pt x="214782" y="139"/>
                </a:lnTo>
                <a:lnTo>
                  <a:pt x="209474" y="134317"/>
                </a:lnTo>
                <a:lnTo>
                  <a:pt x="233362" y="134597"/>
                </a:lnTo>
                <a:lnTo>
                  <a:pt x="253758" y="143398"/>
                </a:lnTo>
                <a:lnTo>
                  <a:pt x="258298" y="137391"/>
                </a:lnTo>
                <a:lnTo>
                  <a:pt x="254246" y="130336"/>
                </a:lnTo>
                <a:lnTo>
                  <a:pt x="279881" y="145842"/>
                </a:lnTo>
                <a:lnTo>
                  <a:pt x="214014" y="193968"/>
                </a:lnTo>
                <a:lnTo>
                  <a:pt x="214014" y="224212"/>
                </a:lnTo>
                <a:lnTo>
                  <a:pt x="200673" y="237553"/>
                </a:lnTo>
                <a:lnTo>
                  <a:pt x="185865" y="239369"/>
                </a:lnTo>
                <a:lnTo>
                  <a:pt x="187891" y="249776"/>
                </a:lnTo>
                <a:lnTo>
                  <a:pt x="152618" y="273315"/>
                </a:lnTo>
                <a:lnTo>
                  <a:pt x="149405" y="285049"/>
                </a:lnTo>
                <a:lnTo>
                  <a:pt x="122723" y="273524"/>
                </a:lnTo>
                <a:lnTo>
                  <a:pt x="113642" y="271569"/>
                </a:lnTo>
                <a:lnTo>
                  <a:pt x="75924" y="271848"/>
                </a:lnTo>
                <a:lnTo>
                  <a:pt x="59859" y="267378"/>
                </a:lnTo>
                <a:lnTo>
                  <a:pt x="0" y="228542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País GF"/>
          <p:cNvSpPr/>
          <p:nvPr/>
        </p:nvSpPr>
        <p:spPr>
          <a:xfrm>
            <a:off x="4869574" y="3165444"/>
            <a:ext cx="27380" cy="29476"/>
          </a:xfrm>
          <a:custGeom>
            <a:avLst/>
            <a:gdLst/>
            <a:ahLst/>
            <a:cxnLst/>
            <a:rect l="l" t="t" r="r" b="b"/>
            <a:pathLst>
              <a:path w="27380" h="29476">
                <a:moveTo>
                  <a:pt x="27380" y="24727"/>
                </a:moveTo>
                <a:lnTo>
                  <a:pt x="26891" y="28778"/>
                </a:lnTo>
                <a:lnTo>
                  <a:pt x="25145" y="29476"/>
                </a:lnTo>
                <a:lnTo>
                  <a:pt x="22351" y="26193"/>
                </a:lnTo>
                <a:lnTo>
                  <a:pt x="11036" y="26682"/>
                </a:lnTo>
                <a:lnTo>
                  <a:pt x="14528" y="17253"/>
                </a:lnTo>
                <a:lnTo>
                  <a:pt x="8032" y="15926"/>
                </a:lnTo>
                <a:lnTo>
                  <a:pt x="5518" y="13761"/>
                </a:lnTo>
                <a:lnTo>
                  <a:pt x="0" y="3144"/>
                </a:lnTo>
                <a:lnTo>
                  <a:pt x="489" y="0"/>
                </a:lnTo>
                <a:lnTo>
                  <a:pt x="20326" y="6566"/>
                </a:lnTo>
                <a:lnTo>
                  <a:pt x="27380" y="24727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País GF"/>
          <p:cNvSpPr/>
          <p:nvPr/>
        </p:nvSpPr>
        <p:spPr>
          <a:xfrm>
            <a:off x="4848410" y="3049636"/>
            <a:ext cx="24377" cy="20047"/>
          </a:xfrm>
          <a:custGeom>
            <a:avLst/>
            <a:gdLst/>
            <a:ahLst/>
            <a:cxnLst/>
            <a:rect l="l" t="t" r="r" b="b"/>
            <a:pathLst>
              <a:path w="24377" h="20047">
                <a:moveTo>
                  <a:pt x="13620" y="19279"/>
                </a:moveTo>
                <a:lnTo>
                  <a:pt x="5518" y="20047"/>
                </a:lnTo>
                <a:lnTo>
                  <a:pt x="0" y="19418"/>
                </a:lnTo>
                <a:lnTo>
                  <a:pt x="3562" y="0"/>
                </a:lnTo>
                <a:lnTo>
                  <a:pt x="24377" y="17462"/>
                </a:lnTo>
                <a:lnTo>
                  <a:pt x="13620" y="19279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País GF"/>
          <p:cNvSpPr/>
          <p:nvPr/>
        </p:nvSpPr>
        <p:spPr>
          <a:xfrm>
            <a:off x="4831856" y="3060184"/>
            <a:ext cx="14528" cy="27589"/>
          </a:xfrm>
          <a:custGeom>
            <a:avLst/>
            <a:gdLst/>
            <a:ahLst/>
            <a:cxnLst/>
            <a:rect l="l" t="t" r="r" b="b"/>
            <a:pathLst>
              <a:path w="14528" h="27589">
                <a:moveTo>
                  <a:pt x="11804" y="24376"/>
                </a:moveTo>
                <a:lnTo>
                  <a:pt x="6286" y="27589"/>
                </a:lnTo>
                <a:lnTo>
                  <a:pt x="3492" y="26612"/>
                </a:lnTo>
                <a:lnTo>
                  <a:pt x="0" y="20535"/>
                </a:lnTo>
                <a:lnTo>
                  <a:pt x="699" y="0"/>
                </a:lnTo>
                <a:lnTo>
                  <a:pt x="14528" y="6006"/>
                </a:lnTo>
                <a:lnTo>
                  <a:pt x="11804" y="24376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País GF"/>
          <p:cNvSpPr/>
          <p:nvPr/>
        </p:nvSpPr>
        <p:spPr>
          <a:xfrm>
            <a:off x="4863288" y="3084560"/>
            <a:ext cx="5518" cy="8382"/>
          </a:xfrm>
          <a:custGeom>
            <a:avLst/>
            <a:gdLst/>
            <a:ahLst/>
            <a:cxnLst/>
            <a:rect l="l" t="t" r="r" b="b"/>
            <a:pathLst>
              <a:path w="5518" h="8382">
                <a:moveTo>
                  <a:pt x="5518" y="8173"/>
                </a:moveTo>
                <a:lnTo>
                  <a:pt x="1746" y="8382"/>
                </a:lnTo>
                <a:lnTo>
                  <a:pt x="0" y="7823"/>
                </a:lnTo>
                <a:lnTo>
                  <a:pt x="4260" y="0"/>
                </a:lnTo>
                <a:lnTo>
                  <a:pt x="5518" y="8173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País GF"/>
          <p:cNvSpPr/>
          <p:nvPr/>
        </p:nvSpPr>
        <p:spPr>
          <a:xfrm>
            <a:off x="5330711" y="3799664"/>
            <a:ext cx="207169" cy="254876"/>
          </a:xfrm>
          <a:custGeom>
            <a:avLst/>
            <a:gdLst/>
            <a:ahLst/>
            <a:cxnLst/>
            <a:rect l="l" t="t" r="r" b="b"/>
            <a:pathLst>
              <a:path w="207169" h="254876">
                <a:moveTo>
                  <a:pt x="0" y="240417"/>
                </a:moveTo>
                <a:lnTo>
                  <a:pt x="15087" y="230988"/>
                </a:lnTo>
                <a:lnTo>
                  <a:pt x="25145" y="213386"/>
                </a:lnTo>
                <a:lnTo>
                  <a:pt x="29406" y="206122"/>
                </a:lnTo>
                <a:lnTo>
                  <a:pt x="28917" y="183771"/>
                </a:lnTo>
                <a:lnTo>
                  <a:pt x="43724" y="152269"/>
                </a:lnTo>
                <a:lnTo>
                  <a:pt x="18579" y="119790"/>
                </a:lnTo>
                <a:lnTo>
                  <a:pt x="10058" y="59651"/>
                </a:lnTo>
                <a:lnTo>
                  <a:pt x="48753" y="0"/>
                </a:lnTo>
                <a:lnTo>
                  <a:pt x="119929" y="23958"/>
                </a:lnTo>
                <a:lnTo>
                  <a:pt x="162466" y="57695"/>
                </a:lnTo>
                <a:lnTo>
                  <a:pt x="162676" y="62445"/>
                </a:lnTo>
                <a:lnTo>
                  <a:pt x="160161" y="69709"/>
                </a:lnTo>
                <a:lnTo>
                  <a:pt x="167495" y="63283"/>
                </a:lnTo>
                <a:lnTo>
                  <a:pt x="178811" y="73481"/>
                </a:lnTo>
                <a:lnTo>
                  <a:pt x="182024" y="78440"/>
                </a:lnTo>
                <a:lnTo>
                  <a:pt x="185586" y="87660"/>
                </a:lnTo>
                <a:lnTo>
                  <a:pt x="182582" y="98905"/>
                </a:lnTo>
                <a:lnTo>
                  <a:pt x="194876" y="79138"/>
                </a:lnTo>
                <a:lnTo>
                  <a:pt x="207169" y="119301"/>
                </a:lnTo>
                <a:lnTo>
                  <a:pt x="159952" y="180767"/>
                </a:lnTo>
                <a:lnTo>
                  <a:pt x="134038" y="237903"/>
                </a:lnTo>
                <a:lnTo>
                  <a:pt x="112385" y="250615"/>
                </a:lnTo>
                <a:lnTo>
                  <a:pt x="97088" y="248939"/>
                </a:lnTo>
                <a:lnTo>
                  <a:pt x="89754" y="239579"/>
                </a:lnTo>
                <a:lnTo>
                  <a:pt x="77461" y="245516"/>
                </a:lnTo>
                <a:lnTo>
                  <a:pt x="59370" y="238462"/>
                </a:lnTo>
                <a:lnTo>
                  <a:pt x="34225" y="254876"/>
                </a:lnTo>
                <a:lnTo>
                  <a:pt x="0" y="240417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País SV"/>
          <p:cNvSpPr/>
          <p:nvPr/>
        </p:nvSpPr>
        <p:spPr>
          <a:xfrm>
            <a:off x="2852643" y="3195689"/>
            <a:ext cx="165190" cy="87380"/>
          </a:xfrm>
          <a:custGeom>
            <a:avLst/>
            <a:gdLst/>
            <a:ahLst/>
            <a:cxnLst/>
            <a:rect l="l" t="t" r="r" b="b"/>
            <a:pathLst>
              <a:path w="165190" h="87380">
                <a:moveTo>
                  <a:pt x="51268" y="0"/>
                </a:moveTo>
                <a:lnTo>
                  <a:pt x="72642" y="6007"/>
                </a:lnTo>
                <a:lnTo>
                  <a:pt x="97018" y="26751"/>
                </a:lnTo>
                <a:lnTo>
                  <a:pt x="110639" y="30523"/>
                </a:lnTo>
                <a:lnTo>
                  <a:pt x="112664" y="39254"/>
                </a:lnTo>
                <a:lnTo>
                  <a:pt x="135784" y="29895"/>
                </a:lnTo>
                <a:lnTo>
                  <a:pt x="165190" y="40092"/>
                </a:lnTo>
                <a:lnTo>
                  <a:pt x="158904" y="78998"/>
                </a:lnTo>
                <a:lnTo>
                  <a:pt x="154853" y="83259"/>
                </a:lnTo>
                <a:lnTo>
                  <a:pt x="151360" y="86332"/>
                </a:lnTo>
                <a:lnTo>
                  <a:pt x="144795" y="87170"/>
                </a:lnTo>
                <a:lnTo>
                  <a:pt x="133759" y="87380"/>
                </a:lnTo>
                <a:lnTo>
                  <a:pt x="98555" y="79277"/>
                </a:lnTo>
                <a:lnTo>
                  <a:pt x="110639" y="86052"/>
                </a:lnTo>
                <a:lnTo>
                  <a:pt x="85703" y="79137"/>
                </a:lnTo>
                <a:lnTo>
                  <a:pt x="57065" y="65587"/>
                </a:lnTo>
                <a:lnTo>
                  <a:pt x="39953" y="63422"/>
                </a:lnTo>
                <a:lnTo>
                  <a:pt x="20325" y="59720"/>
                </a:lnTo>
                <a:lnTo>
                  <a:pt x="8800" y="51128"/>
                </a:lnTo>
                <a:lnTo>
                  <a:pt x="0" y="47496"/>
                </a:lnTo>
                <a:lnTo>
                  <a:pt x="3213" y="35762"/>
                </a:lnTo>
                <a:lnTo>
                  <a:pt x="38486" y="12223"/>
                </a:lnTo>
                <a:lnTo>
                  <a:pt x="36460" y="1816"/>
                </a:lnTo>
                <a:lnTo>
                  <a:pt x="51268" y="0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País EC"/>
          <p:cNvSpPr/>
          <p:nvPr/>
        </p:nvSpPr>
        <p:spPr>
          <a:xfrm>
            <a:off x="3490565" y="4100989"/>
            <a:ext cx="399041" cy="448773"/>
          </a:xfrm>
          <a:custGeom>
            <a:avLst/>
            <a:gdLst/>
            <a:ahLst/>
            <a:cxnLst/>
            <a:rect l="l" t="t" r="r" b="b"/>
            <a:pathLst>
              <a:path w="399041" h="448773">
                <a:moveTo>
                  <a:pt x="396527" y="109102"/>
                </a:moveTo>
                <a:lnTo>
                  <a:pt x="372639" y="110220"/>
                </a:lnTo>
                <a:lnTo>
                  <a:pt x="398273" y="142839"/>
                </a:lnTo>
                <a:lnTo>
                  <a:pt x="399041" y="168124"/>
                </a:lnTo>
                <a:lnTo>
                  <a:pt x="388005" y="166238"/>
                </a:lnTo>
                <a:lnTo>
                  <a:pt x="376690" y="208566"/>
                </a:lnTo>
                <a:lnTo>
                  <a:pt x="340439" y="250615"/>
                </a:lnTo>
                <a:lnTo>
                  <a:pt x="299228" y="280649"/>
                </a:lnTo>
                <a:lnTo>
                  <a:pt x="216738" y="309915"/>
                </a:lnTo>
                <a:lnTo>
                  <a:pt x="194107" y="335620"/>
                </a:lnTo>
                <a:lnTo>
                  <a:pt x="195853" y="343582"/>
                </a:lnTo>
                <a:lnTo>
                  <a:pt x="182792" y="338902"/>
                </a:lnTo>
                <a:lnTo>
                  <a:pt x="158904" y="420275"/>
                </a:lnTo>
                <a:lnTo>
                  <a:pt x="143607" y="430892"/>
                </a:lnTo>
                <a:lnTo>
                  <a:pt x="134806" y="448773"/>
                </a:lnTo>
                <a:lnTo>
                  <a:pt x="113922" y="445840"/>
                </a:lnTo>
                <a:lnTo>
                  <a:pt x="92548" y="412871"/>
                </a:lnTo>
                <a:lnTo>
                  <a:pt x="87519" y="413710"/>
                </a:lnTo>
                <a:lnTo>
                  <a:pt x="81442" y="414338"/>
                </a:lnTo>
                <a:lnTo>
                  <a:pt x="57554" y="401696"/>
                </a:lnTo>
                <a:lnTo>
                  <a:pt x="40511" y="413430"/>
                </a:lnTo>
                <a:lnTo>
                  <a:pt x="37717" y="413221"/>
                </a:lnTo>
                <a:lnTo>
                  <a:pt x="33946" y="411055"/>
                </a:lnTo>
                <a:lnTo>
                  <a:pt x="42467" y="395619"/>
                </a:lnTo>
                <a:lnTo>
                  <a:pt x="35482" y="395409"/>
                </a:lnTo>
                <a:lnTo>
                  <a:pt x="33177" y="392616"/>
                </a:lnTo>
                <a:lnTo>
                  <a:pt x="32968" y="381719"/>
                </a:lnTo>
                <a:lnTo>
                  <a:pt x="46029" y="381300"/>
                </a:lnTo>
                <a:lnTo>
                  <a:pt x="54830" y="372499"/>
                </a:lnTo>
                <a:lnTo>
                  <a:pt x="44493" y="338274"/>
                </a:lnTo>
                <a:lnTo>
                  <a:pt x="69917" y="322139"/>
                </a:lnTo>
                <a:lnTo>
                  <a:pt x="86262" y="281767"/>
                </a:lnTo>
                <a:lnTo>
                  <a:pt x="78229" y="246005"/>
                </a:lnTo>
                <a:lnTo>
                  <a:pt x="72432" y="279601"/>
                </a:lnTo>
                <a:lnTo>
                  <a:pt x="68171" y="281767"/>
                </a:lnTo>
                <a:lnTo>
                  <a:pt x="65098" y="280230"/>
                </a:lnTo>
                <a:lnTo>
                  <a:pt x="66914" y="265981"/>
                </a:lnTo>
                <a:lnTo>
                  <a:pt x="47287" y="290777"/>
                </a:lnTo>
                <a:lnTo>
                  <a:pt x="2235" y="260044"/>
                </a:lnTo>
                <a:lnTo>
                  <a:pt x="768" y="257739"/>
                </a:lnTo>
                <a:lnTo>
                  <a:pt x="0" y="254456"/>
                </a:lnTo>
                <a:lnTo>
                  <a:pt x="6565" y="251243"/>
                </a:lnTo>
                <a:lnTo>
                  <a:pt x="13550" y="246703"/>
                </a:lnTo>
                <a:lnTo>
                  <a:pt x="14109" y="236785"/>
                </a:lnTo>
                <a:lnTo>
                  <a:pt x="4260" y="176995"/>
                </a:lnTo>
                <a:lnTo>
                  <a:pt x="28637" y="160860"/>
                </a:lnTo>
                <a:lnTo>
                  <a:pt x="31920" y="149335"/>
                </a:lnTo>
                <a:lnTo>
                  <a:pt x="35482" y="142560"/>
                </a:lnTo>
                <a:lnTo>
                  <a:pt x="42258" y="145214"/>
                </a:lnTo>
                <a:lnTo>
                  <a:pt x="47496" y="145004"/>
                </a:lnTo>
                <a:lnTo>
                  <a:pt x="33666" y="127263"/>
                </a:lnTo>
                <a:lnTo>
                  <a:pt x="64120" y="90802"/>
                </a:lnTo>
                <a:lnTo>
                  <a:pt x="64888" y="43375"/>
                </a:lnTo>
                <a:lnTo>
                  <a:pt x="144096" y="17462"/>
                </a:lnTo>
                <a:lnTo>
                  <a:pt x="149125" y="11106"/>
                </a:lnTo>
                <a:lnTo>
                  <a:pt x="146820" y="0"/>
                </a:lnTo>
                <a:lnTo>
                  <a:pt x="194387" y="33946"/>
                </a:lnTo>
                <a:lnTo>
                  <a:pt x="227844" y="43166"/>
                </a:lnTo>
                <a:lnTo>
                  <a:pt x="244188" y="57205"/>
                </a:lnTo>
                <a:lnTo>
                  <a:pt x="247192" y="72013"/>
                </a:lnTo>
                <a:lnTo>
                  <a:pt x="249217" y="74039"/>
                </a:lnTo>
                <a:lnTo>
                  <a:pt x="312080" y="85214"/>
                </a:lnTo>
                <a:lnTo>
                  <a:pt x="327657" y="70896"/>
                </a:lnTo>
                <a:lnTo>
                  <a:pt x="362371" y="95412"/>
                </a:lnTo>
                <a:lnTo>
                  <a:pt x="396527" y="109102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País EC"/>
          <p:cNvSpPr/>
          <p:nvPr/>
        </p:nvSpPr>
        <p:spPr>
          <a:xfrm>
            <a:off x="3538830" y="4389042"/>
            <a:ext cx="25424" cy="22840"/>
          </a:xfrm>
          <a:custGeom>
            <a:avLst/>
            <a:gdLst/>
            <a:ahLst/>
            <a:cxnLst/>
            <a:rect l="l" t="t" r="r" b="b"/>
            <a:pathLst>
              <a:path w="25424" h="22840">
                <a:moveTo>
                  <a:pt x="9848" y="21234"/>
                </a:moveTo>
                <a:lnTo>
                  <a:pt x="0" y="22840"/>
                </a:lnTo>
                <a:lnTo>
                  <a:pt x="3282" y="5867"/>
                </a:lnTo>
                <a:lnTo>
                  <a:pt x="8800" y="1956"/>
                </a:lnTo>
                <a:lnTo>
                  <a:pt x="13340" y="0"/>
                </a:lnTo>
                <a:lnTo>
                  <a:pt x="19138" y="419"/>
                </a:lnTo>
                <a:lnTo>
                  <a:pt x="25424" y="3912"/>
                </a:lnTo>
                <a:lnTo>
                  <a:pt x="9848" y="21234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País EC"/>
          <p:cNvSpPr/>
          <p:nvPr/>
        </p:nvSpPr>
        <p:spPr>
          <a:xfrm>
            <a:off x="3628375" y="4107624"/>
            <a:ext cx="6286" cy="8033"/>
          </a:xfrm>
          <a:custGeom>
            <a:avLst/>
            <a:gdLst/>
            <a:ahLst/>
            <a:cxnLst/>
            <a:rect l="l" t="t" r="r" b="b"/>
            <a:pathLst>
              <a:path w="6286" h="8033">
                <a:moveTo>
                  <a:pt x="5518" y="7544"/>
                </a:moveTo>
                <a:lnTo>
                  <a:pt x="1746" y="8033"/>
                </a:lnTo>
                <a:lnTo>
                  <a:pt x="0" y="4610"/>
                </a:lnTo>
                <a:lnTo>
                  <a:pt x="4749" y="699"/>
                </a:lnTo>
                <a:lnTo>
                  <a:pt x="6286" y="0"/>
                </a:lnTo>
                <a:lnTo>
                  <a:pt x="5518" y="7544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País EC"/>
          <p:cNvSpPr/>
          <p:nvPr/>
        </p:nvSpPr>
        <p:spPr>
          <a:xfrm>
            <a:off x="2821421" y="4236494"/>
            <a:ext cx="24935" cy="20186"/>
          </a:xfrm>
          <a:custGeom>
            <a:avLst/>
            <a:gdLst/>
            <a:ahLst/>
            <a:cxnLst/>
            <a:rect l="l" t="t" r="r" b="b"/>
            <a:pathLst>
              <a:path w="24935" h="20186">
                <a:moveTo>
                  <a:pt x="14598" y="20046"/>
                </a:moveTo>
                <a:lnTo>
                  <a:pt x="10826" y="20186"/>
                </a:lnTo>
                <a:lnTo>
                  <a:pt x="0" y="13341"/>
                </a:lnTo>
                <a:lnTo>
                  <a:pt x="768" y="6705"/>
                </a:lnTo>
                <a:lnTo>
                  <a:pt x="5029" y="2235"/>
                </a:lnTo>
                <a:lnTo>
                  <a:pt x="19138" y="0"/>
                </a:lnTo>
                <a:lnTo>
                  <a:pt x="24935" y="4121"/>
                </a:lnTo>
                <a:lnTo>
                  <a:pt x="24376" y="12154"/>
                </a:lnTo>
                <a:lnTo>
                  <a:pt x="14598" y="20046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País EC"/>
          <p:cNvSpPr/>
          <p:nvPr/>
        </p:nvSpPr>
        <p:spPr>
          <a:xfrm>
            <a:off x="2886589" y="4250813"/>
            <a:ext cx="22630" cy="15436"/>
          </a:xfrm>
          <a:custGeom>
            <a:avLst/>
            <a:gdLst/>
            <a:ahLst/>
            <a:cxnLst/>
            <a:rect l="l" t="t" r="r" b="b"/>
            <a:pathLst>
              <a:path w="22630" h="15436">
                <a:moveTo>
                  <a:pt x="13341" y="15436"/>
                </a:moveTo>
                <a:lnTo>
                  <a:pt x="0" y="13830"/>
                </a:lnTo>
                <a:lnTo>
                  <a:pt x="22630" y="0"/>
                </a:lnTo>
                <a:lnTo>
                  <a:pt x="13341" y="15436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País EC"/>
          <p:cNvSpPr/>
          <p:nvPr/>
        </p:nvSpPr>
        <p:spPr>
          <a:xfrm>
            <a:off x="2744238" y="4220499"/>
            <a:ext cx="15577" cy="15576"/>
          </a:xfrm>
          <a:custGeom>
            <a:avLst/>
            <a:gdLst/>
            <a:ahLst/>
            <a:cxnLst/>
            <a:rect l="l" t="t" r="r" b="b"/>
            <a:pathLst>
              <a:path w="15577" h="15576">
                <a:moveTo>
                  <a:pt x="15577" y="14319"/>
                </a:moveTo>
                <a:lnTo>
                  <a:pt x="8522" y="15576"/>
                </a:lnTo>
                <a:lnTo>
                  <a:pt x="2515" y="13131"/>
                </a:lnTo>
                <a:lnTo>
                  <a:pt x="0" y="1956"/>
                </a:lnTo>
                <a:lnTo>
                  <a:pt x="13062" y="0"/>
                </a:lnTo>
                <a:lnTo>
                  <a:pt x="15577" y="14319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País EC"/>
          <p:cNvSpPr/>
          <p:nvPr/>
        </p:nvSpPr>
        <p:spPr>
          <a:xfrm>
            <a:off x="2822957" y="4287972"/>
            <a:ext cx="6775" cy="8312"/>
          </a:xfrm>
          <a:custGeom>
            <a:avLst/>
            <a:gdLst/>
            <a:ahLst/>
            <a:cxnLst/>
            <a:rect l="l" t="t" r="r" b="b"/>
            <a:pathLst>
              <a:path w="6775" h="8312">
                <a:moveTo>
                  <a:pt x="6775" y="8242"/>
                </a:moveTo>
                <a:lnTo>
                  <a:pt x="3982" y="8312"/>
                </a:lnTo>
                <a:lnTo>
                  <a:pt x="0" y="5448"/>
                </a:lnTo>
                <a:lnTo>
                  <a:pt x="3004" y="0"/>
                </a:lnTo>
                <a:lnTo>
                  <a:pt x="6775" y="8242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País EC"/>
          <p:cNvSpPr/>
          <p:nvPr/>
        </p:nvSpPr>
        <p:spPr>
          <a:xfrm>
            <a:off x="2747731" y="4193817"/>
            <a:ext cx="55878" cy="80046"/>
          </a:xfrm>
          <a:custGeom>
            <a:avLst/>
            <a:gdLst/>
            <a:ahLst/>
            <a:cxnLst/>
            <a:rect l="l" t="t" r="r" b="b"/>
            <a:pathLst>
              <a:path w="55878" h="80046">
                <a:moveTo>
                  <a:pt x="22631" y="7054"/>
                </a:moveTo>
                <a:lnTo>
                  <a:pt x="55878" y="61396"/>
                </a:lnTo>
                <a:lnTo>
                  <a:pt x="48335" y="74458"/>
                </a:lnTo>
                <a:lnTo>
                  <a:pt x="32689" y="80046"/>
                </a:lnTo>
                <a:lnTo>
                  <a:pt x="15855" y="79836"/>
                </a:lnTo>
                <a:lnTo>
                  <a:pt x="7055" y="68870"/>
                </a:lnTo>
                <a:lnTo>
                  <a:pt x="33248" y="47776"/>
                </a:lnTo>
                <a:lnTo>
                  <a:pt x="15855" y="28917"/>
                </a:lnTo>
                <a:lnTo>
                  <a:pt x="11874" y="10477"/>
                </a:lnTo>
                <a:lnTo>
                  <a:pt x="0" y="8661"/>
                </a:lnTo>
                <a:lnTo>
                  <a:pt x="16624" y="0"/>
                </a:lnTo>
                <a:lnTo>
                  <a:pt x="20395" y="2445"/>
                </a:lnTo>
                <a:lnTo>
                  <a:pt x="22631" y="7054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País EC"/>
          <p:cNvSpPr/>
          <p:nvPr/>
        </p:nvSpPr>
        <p:spPr>
          <a:xfrm>
            <a:off x="2798790" y="4213863"/>
            <a:ext cx="20395" cy="12084"/>
          </a:xfrm>
          <a:custGeom>
            <a:avLst/>
            <a:gdLst/>
            <a:ahLst/>
            <a:cxnLst/>
            <a:rect l="l" t="t" r="r" b="b"/>
            <a:pathLst>
              <a:path w="20395" h="12084">
                <a:moveTo>
                  <a:pt x="20395" y="12084"/>
                </a:moveTo>
                <a:lnTo>
                  <a:pt x="0" y="7753"/>
                </a:lnTo>
                <a:lnTo>
                  <a:pt x="3283" y="2166"/>
                </a:lnTo>
                <a:lnTo>
                  <a:pt x="6077" y="0"/>
                </a:lnTo>
                <a:lnTo>
                  <a:pt x="20395" y="12084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País DO"/>
          <p:cNvSpPr/>
          <p:nvPr/>
        </p:nvSpPr>
        <p:spPr>
          <a:xfrm>
            <a:off x="4116682" y="2811664"/>
            <a:ext cx="255714" cy="159184"/>
          </a:xfrm>
          <a:custGeom>
            <a:avLst/>
            <a:gdLst/>
            <a:ahLst/>
            <a:cxnLst/>
            <a:rect l="l" t="t" r="r" b="b"/>
            <a:pathLst>
              <a:path w="255714" h="159184">
                <a:moveTo>
                  <a:pt x="16065" y="130965"/>
                </a:moveTo>
                <a:lnTo>
                  <a:pt x="16624" y="109801"/>
                </a:lnTo>
                <a:lnTo>
                  <a:pt x="0" y="91920"/>
                </a:lnTo>
                <a:lnTo>
                  <a:pt x="17881" y="82561"/>
                </a:lnTo>
                <a:lnTo>
                  <a:pt x="13341" y="64749"/>
                </a:lnTo>
                <a:lnTo>
                  <a:pt x="24657" y="50151"/>
                </a:lnTo>
                <a:lnTo>
                  <a:pt x="17602" y="43865"/>
                </a:lnTo>
                <a:lnTo>
                  <a:pt x="15367" y="13690"/>
                </a:lnTo>
                <a:lnTo>
                  <a:pt x="30943" y="1327"/>
                </a:lnTo>
                <a:lnTo>
                  <a:pt x="72922" y="0"/>
                </a:lnTo>
                <a:lnTo>
                  <a:pt x="126006" y="19278"/>
                </a:lnTo>
                <a:lnTo>
                  <a:pt x="142560" y="16973"/>
                </a:lnTo>
                <a:lnTo>
                  <a:pt x="157927" y="42887"/>
                </a:lnTo>
                <a:lnTo>
                  <a:pt x="186844" y="40931"/>
                </a:lnTo>
                <a:lnTo>
                  <a:pt x="193130" y="44843"/>
                </a:lnTo>
                <a:lnTo>
                  <a:pt x="167216" y="49453"/>
                </a:lnTo>
                <a:lnTo>
                  <a:pt x="165959" y="52596"/>
                </a:lnTo>
                <a:lnTo>
                  <a:pt x="165959" y="55669"/>
                </a:lnTo>
                <a:lnTo>
                  <a:pt x="231616" y="70547"/>
                </a:lnTo>
                <a:lnTo>
                  <a:pt x="255714" y="90942"/>
                </a:lnTo>
                <a:lnTo>
                  <a:pt x="231337" y="118672"/>
                </a:lnTo>
                <a:lnTo>
                  <a:pt x="214015" y="105261"/>
                </a:lnTo>
                <a:lnTo>
                  <a:pt x="204445" y="105820"/>
                </a:lnTo>
                <a:lnTo>
                  <a:pt x="190336" y="102956"/>
                </a:lnTo>
                <a:lnTo>
                  <a:pt x="155691" y="102677"/>
                </a:lnTo>
                <a:lnTo>
                  <a:pt x="106099" y="118532"/>
                </a:lnTo>
                <a:lnTo>
                  <a:pt x="100092" y="115040"/>
                </a:lnTo>
                <a:lnTo>
                  <a:pt x="94574" y="110220"/>
                </a:lnTo>
                <a:lnTo>
                  <a:pt x="67892" y="114551"/>
                </a:lnTo>
                <a:lnTo>
                  <a:pt x="39255" y="159184"/>
                </a:lnTo>
                <a:lnTo>
                  <a:pt x="25634" y="149475"/>
                </a:lnTo>
                <a:lnTo>
                  <a:pt x="16065" y="130965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País CU"/>
          <p:cNvSpPr/>
          <p:nvPr/>
        </p:nvSpPr>
        <p:spPr>
          <a:xfrm>
            <a:off x="3216481" y="2582842"/>
            <a:ext cx="750866" cy="232943"/>
          </a:xfrm>
          <a:custGeom>
            <a:avLst/>
            <a:gdLst/>
            <a:ahLst/>
            <a:cxnLst/>
            <a:rect l="l" t="t" r="r" b="b"/>
            <a:pathLst>
              <a:path w="750866" h="232943">
                <a:moveTo>
                  <a:pt x="212967" y="1956"/>
                </a:moveTo>
                <a:lnTo>
                  <a:pt x="253199" y="2305"/>
                </a:lnTo>
                <a:lnTo>
                  <a:pt x="261511" y="9430"/>
                </a:lnTo>
                <a:lnTo>
                  <a:pt x="271080" y="7055"/>
                </a:lnTo>
                <a:lnTo>
                  <a:pt x="295946" y="6077"/>
                </a:lnTo>
                <a:lnTo>
                  <a:pt x="315853" y="17183"/>
                </a:lnTo>
                <a:lnTo>
                  <a:pt x="353780" y="21234"/>
                </a:lnTo>
                <a:lnTo>
                  <a:pt x="351755" y="25355"/>
                </a:lnTo>
                <a:lnTo>
                  <a:pt x="391987" y="54691"/>
                </a:lnTo>
                <a:lnTo>
                  <a:pt x="432988" y="57485"/>
                </a:lnTo>
                <a:lnTo>
                  <a:pt x="506398" y="97229"/>
                </a:lnTo>
                <a:lnTo>
                  <a:pt x="512684" y="98835"/>
                </a:lnTo>
                <a:lnTo>
                  <a:pt x="516247" y="97997"/>
                </a:lnTo>
                <a:lnTo>
                  <a:pt x="510170" y="90803"/>
                </a:lnTo>
                <a:lnTo>
                  <a:pt x="516247" y="92130"/>
                </a:lnTo>
                <a:lnTo>
                  <a:pt x="540903" y="108055"/>
                </a:lnTo>
                <a:lnTo>
                  <a:pt x="525257" y="110220"/>
                </a:lnTo>
                <a:lnTo>
                  <a:pt x="532102" y="115459"/>
                </a:lnTo>
                <a:lnTo>
                  <a:pt x="533359" y="119161"/>
                </a:lnTo>
                <a:lnTo>
                  <a:pt x="543906" y="111757"/>
                </a:lnTo>
                <a:lnTo>
                  <a:pt x="555990" y="120907"/>
                </a:lnTo>
                <a:lnTo>
                  <a:pt x="562276" y="125028"/>
                </a:lnTo>
                <a:lnTo>
                  <a:pt x="560740" y="127403"/>
                </a:lnTo>
                <a:lnTo>
                  <a:pt x="560251" y="129848"/>
                </a:lnTo>
                <a:lnTo>
                  <a:pt x="640227" y="145284"/>
                </a:lnTo>
                <a:lnTo>
                  <a:pt x="646234" y="148637"/>
                </a:lnTo>
                <a:lnTo>
                  <a:pt x="649028" y="153386"/>
                </a:lnTo>
                <a:lnTo>
                  <a:pt x="645954" y="156669"/>
                </a:lnTo>
                <a:lnTo>
                  <a:pt x="644208" y="160022"/>
                </a:lnTo>
                <a:lnTo>
                  <a:pt x="648748" y="164283"/>
                </a:lnTo>
                <a:lnTo>
                  <a:pt x="638970" y="166099"/>
                </a:lnTo>
                <a:lnTo>
                  <a:pt x="639947" y="172874"/>
                </a:lnTo>
                <a:lnTo>
                  <a:pt x="698759" y="177414"/>
                </a:lnTo>
                <a:lnTo>
                  <a:pt x="724673" y="195924"/>
                </a:lnTo>
                <a:lnTo>
                  <a:pt x="748841" y="202350"/>
                </a:lnTo>
                <a:lnTo>
                  <a:pt x="750866" y="206611"/>
                </a:lnTo>
                <a:lnTo>
                  <a:pt x="749609" y="211081"/>
                </a:lnTo>
                <a:lnTo>
                  <a:pt x="682415" y="229660"/>
                </a:lnTo>
                <a:lnTo>
                  <a:pt x="679901" y="222257"/>
                </a:lnTo>
                <a:lnTo>
                  <a:pt x="670401" y="230289"/>
                </a:lnTo>
                <a:lnTo>
                  <a:pt x="609773" y="223584"/>
                </a:lnTo>
                <a:lnTo>
                  <a:pt x="500880" y="232943"/>
                </a:lnTo>
                <a:lnTo>
                  <a:pt x="512195" y="217018"/>
                </a:lnTo>
                <a:lnTo>
                  <a:pt x="543627" y="194387"/>
                </a:lnTo>
                <a:lnTo>
                  <a:pt x="534826" y="177903"/>
                </a:lnTo>
                <a:lnTo>
                  <a:pt x="473011" y="169661"/>
                </a:lnTo>
                <a:lnTo>
                  <a:pt x="446818" y="149265"/>
                </a:lnTo>
                <a:lnTo>
                  <a:pt x="443535" y="132292"/>
                </a:lnTo>
                <a:lnTo>
                  <a:pt x="440811" y="124050"/>
                </a:lnTo>
                <a:lnTo>
                  <a:pt x="436550" y="116996"/>
                </a:lnTo>
                <a:lnTo>
                  <a:pt x="430264" y="111547"/>
                </a:lnTo>
                <a:lnTo>
                  <a:pt x="386259" y="112176"/>
                </a:lnTo>
                <a:lnTo>
                  <a:pt x="325142" y="91990"/>
                </a:lnTo>
                <a:lnTo>
                  <a:pt x="307541" y="74458"/>
                </a:lnTo>
                <a:lnTo>
                  <a:pt x="269054" y="77951"/>
                </a:lnTo>
                <a:lnTo>
                  <a:pt x="258507" y="64400"/>
                </a:lnTo>
                <a:lnTo>
                  <a:pt x="251732" y="75506"/>
                </a:lnTo>
                <a:lnTo>
                  <a:pt x="212198" y="68102"/>
                </a:lnTo>
                <a:lnTo>
                  <a:pt x="203677" y="62794"/>
                </a:lnTo>
                <a:lnTo>
                  <a:pt x="196133" y="56018"/>
                </a:lnTo>
                <a:lnTo>
                  <a:pt x="221767" y="48405"/>
                </a:lnTo>
                <a:lnTo>
                  <a:pt x="223793" y="45820"/>
                </a:lnTo>
                <a:lnTo>
                  <a:pt x="222536" y="41839"/>
                </a:lnTo>
                <a:lnTo>
                  <a:pt x="212967" y="36112"/>
                </a:lnTo>
                <a:lnTo>
                  <a:pt x="208426" y="35623"/>
                </a:lnTo>
                <a:lnTo>
                  <a:pt x="150103" y="35064"/>
                </a:lnTo>
                <a:lnTo>
                  <a:pt x="105331" y="67543"/>
                </a:lnTo>
                <a:lnTo>
                  <a:pt x="68870" y="71315"/>
                </a:lnTo>
                <a:lnTo>
                  <a:pt x="59860" y="87031"/>
                </a:lnTo>
                <a:lnTo>
                  <a:pt x="26891" y="98835"/>
                </a:lnTo>
                <a:lnTo>
                  <a:pt x="27660" y="93387"/>
                </a:lnTo>
                <a:lnTo>
                  <a:pt x="26891" y="88009"/>
                </a:lnTo>
                <a:lnTo>
                  <a:pt x="3492" y="95203"/>
                </a:lnTo>
                <a:lnTo>
                  <a:pt x="0" y="93108"/>
                </a:lnTo>
                <a:lnTo>
                  <a:pt x="768" y="90593"/>
                </a:lnTo>
                <a:lnTo>
                  <a:pt x="39255" y="77951"/>
                </a:lnTo>
                <a:lnTo>
                  <a:pt x="35203" y="65238"/>
                </a:lnTo>
                <a:lnTo>
                  <a:pt x="36740" y="56647"/>
                </a:lnTo>
                <a:lnTo>
                  <a:pt x="58812" y="36601"/>
                </a:lnTo>
                <a:lnTo>
                  <a:pt x="113922" y="15506"/>
                </a:lnTo>
                <a:lnTo>
                  <a:pt x="194597" y="0"/>
                </a:lnTo>
                <a:lnTo>
                  <a:pt x="212967" y="1956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País CU"/>
          <p:cNvSpPr/>
          <p:nvPr/>
        </p:nvSpPr>
        <p:spPr>
          <a:xfrm>
            <a:off x="3703322" y="2659815"/>
            <a:ext cx="19836" cy="9499"/>
          </a:xfrm>
          <a:custGeom>
            <a:avLst/>
            <a:gdLst/>
            <a:ahLst/>
            <a:cxnLst/>
            <a:rect l="l" t="t" r="r" b="b"/>
            <a:pathLst>
              <a:path w="19836" h="9499">
                <a:moveTo>
                  <a:pt x="17322" y="9499"/>
                </a:moveTo>
                <a:lnTo>
                  <a:pt x="0" y="0"/>
                </a:lnTo>
                <a:lnTo>
                  <a:pt x="19836" y="2305"/>
                </a:lnTo>
                <a:lnTo>
                  <a:pt x="18859" y="6426"/>
                </a:lnTo>
                <a:lnTo>
                  <a:pt x="17322" y="9499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País CU"/>
          <p:cNvSpPr/>
          <p:nvPr/>
        </p:nvSpPr>
        <p:spPr>
          <a:xfrm>
            <a:off x="3678386" y="2635368"/>
            <a:ext cx="17392" cy="10617"/>
          </a:xfrm>
          <a:custGeom>
            <a:avLst/>
            <a:gdLst/>
            <a:ahLst/>
            <a:cxnLst/>
            <a:rect l="l" t="t" r="r" b="b"/>
            <a:pathLst>
              <a:path w="17392" h="10617">
                <a:moveTo>
                  <a:pt x="17392" y="10617"/>
                </a:moveTo>
                <a:lnTo>
                  <a:pt x="0" y="1048"/>
                </a:lnTo>
                <a:lnTo>
                  <a:pt x="5029" y="0"/>
                </a:lnTo>
                <a:lnTo>
                  <a:pt x="8591" y="419"/>
                </a:lnTo>
                <a:lnTo>
                  <a:pt x="17392" y="10617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País CU"/>
          <p:cNvSpPr/>
          <p:nvPr/>
        </p:nvSpPr>
        <p:spPr>
          <a:xfrm>
            <a:off x="3648980" y="2627335"/>
            <a:ext cx="28638" cy="6776"/>
          </a:xfrm>
          <a:custGeom>
            <a:avLst/>
            <a:gdLst/>
            <a:ahLst/>
            <a:cxnLst/>
            <a:rect l="l" t="t" r="r" b="b"/>
            <a:pathLst>
              <a:path w="28638" h="6776">
                <a:moveTo>
                  <a:pt x="4540" y="0"/>
                </a:moveTo>
                <a:lnTo>
                  <a:pt x="23888" y="978"/>
                </a:lnTo>
                <a:lnTo>
                  <a:pt x="28638" y="6776"/>
                </a:lnTo>
                <a:lnTo>
                  <a:pt x="10337" y="6147"/>
                </a:lnTo>
                <a:lnTo>
                  <a:pt x="4540" y="4471"/>
                </a:lnTo>
                <a:lnTo>
                  <a:pt x="1537" y="3004"/>
                </a:lnTo>
                <a:lnTo>
                  <a:pt x="0" y="1327"/>
                </a:lnTo>
                <a:lnTo>
                  <a:pt x="4540" y="0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País CU"/>
          <p:cNvSpPr/>
          <p:nvPr/>
        </p:nvSpPr>
        <p:spPr>
          <a:xfrm>
            <a:off x="3694521" y="2645007"/>
            <a:ext cx="11525" cy="12014"/>
          </a:xfrm>
          <a:custGeom>
            <a:avLst/>
            <a:gdLst/>
            <a:ahLst/>
            <a:cxnLst/>
            <a:rect l="l" t="t" r="r" b="b"/>
            <a:pathLst>
              <a:path w="11525" h="12014">
                <a:moveTo>
                  <a:pt x="11525" y="12014"/>
                </a:moveTo>
                <a:lnTo>
                  <a:pt x="0" y="6915"/>
                </a:lnTo>
                <a:lnTo>
                  <a:pt x="2514" y="3632"/>
                </a:lnTo>
                <a:lnTo>
                  <a:pt x="3003" y="0"/>
                </a:lnTo>
                <a:lnTo>
                  <a:pt x="11525" y="12014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País CU"/>
          <p:cNvSpPr/>
          <p:nvPr/>
        </p:nvSpPr>
        <p:spPr>
          <a:xfrm>
            <a:off x="3335432" y="2670012"/>
            <a:ext cx="43515" cy="34924"/>
          </a:xfrm>
          <a:custGeom>
            <a:avLst/>
            <a:gdLst/>
            <a:ahLst/>
            <a:cxnLst/>
            <a:rect l="l" t="t" r="r" b="b"/>
            <a:pathLst>
              <a:path w="43515" h="34924">
                <a:moveTo>
                  <a:pt x="43515" y="25844"/>
                </a:moveTo>
                <a:lnTo>
                  <a:pt x="15576" y="34924"/>
                </a:lnTo>
                <a:lnTo>
                  <a:pt x="0" y="24377"/>
                </a:lnTo>
                <a:lnTo>
                  <a:pt x="14808" y="24377"/>
                </a:lnTo>
                <a:lnTo>
                  <a:pt x="7055" y="10548"/>
                </a:lnTo>
                <a:lnTo>
                  <a:pt x="7544" y="7544"/>
                </a:lnTo>
                <a:lnTo>
                  <a:pt x="13551" y="0"/>
                </a:lnTo>
                <a:lnTo>
                  <a:pt x="29895" y="2305"/>
                </a:lnTo>
                <a:lnTo>
                  <a:pt x="32689" y="3633"/>
                </a:lnTo>
                <a:lnTo>
                  <a:pt x="43515" y="25844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País CR"/>
          <p:cNvSpPr/>
          <p:nvPr/>
        </p:nvSpPr>
        <p:spPr>
          <a:xfrm>
            <a:off x="3145096" y="3421088"/>
            <a:ext cx="233572" cy="217786"/>
          </a:xfrm>
          <a:custGeom>
            <a:avLst/>
            <a:gdLst/>
            <a:ahLst/>
            <a:cxnLst/>
            <a:rect l="l" t="t" r="r" b="b"/>
            <a:pathLst>
              <a:path w="233572" h="217786">
                <a:moveTo>
                  <a:pt x="233572" y="112665"/>
                </a:moveTo>
                <a:lnTo>
                  <a:pt x="228054" y="117624"/>
                </a:lnTo>
                <a:lnTo>
                  <a:pt x="222536" y="114691"/>
                </a:lnTo>
                <a:lnTo>
                  <a:pt x="216948" y="111548"/>
                </a:lnTo>
                <a:lnTo>
                  <a:pt x="207449" y="121466"/>
                </a:lnTo>
                <a:lnTo>
                  <a:pt x="207169" y="135575"/>
                </a:lnTo>
                <a:lnTo>
                  <a:pt x="207449" y="148637"/>
                </a:lnTo>
                <a:lnTo>
                  <a:pt x="222257" y="158695"/>
                </a:lnTo>
                <a:lnTo>
                  <a:pt x="208916" y="171058"/>
                </a:lnTo>
                <a:lnTo>
                  <a:pt x="212967" y="191104"/>
                </a:lnTo>
                <a:lnTo>
                  <a:pt x="203398" y="197041"/>
                </a:lnTo>
                <a:lnTo>
                  <a:pt x="201372" y="199207"/>
                </a:lnTo>
                <a:lnTo>
                  <a:pt x="211710" y="217786"/>
                </a:lnTo>
                <a:lnTo>
                  <a:pt x="183281" y="176297"/>
                </a:lnTo>
                <a:lnTo>
                  <a:pt x="175738" y="172665"/>
                </a:lnTo>
                <a:lnTo>
                  <a:pt x="170429" y="173363"/>
                </a:lnTo>
                <a:lnTo>
                  <a:pt x="182793" y="194387"/>
                </a:lnTo>
                <a:lnTo>
                  <a:pt x="160930" y="189149"/>
                </a:lnTo>
                <a:lnTo>
                  <a:pt x="151850" y="179789"/>
                </a:lnTo>
                <a:lnTo>
                  <a:pt x="158416" y="171826"/>
                </a:lnTo>
                <a:lnTo>
                  <a:pt x="160371" y="166588"/>
                </a:lnTo>
                <a:lnTo>
                  <a:pt x="151570" y="142350"/>
                </a:lnTo>
                <a:lnTo>
                  <a:pt x="117904" y="120628"/>
                </a:lnTo>
                <a:lnTo>
                  <a:pt x="99534" y="116157"/>
                </a:lnTo>
                <a:lnTo>
                  <a:pt x="92758" y="113224"/>
                </a:lnTo>
                <a:lnTo>
                  <a:pt x="83469" y="90104"/>
                </a:lnTo>
                <a:lnTo>
                  <a:pt x="61816" y="74947"/>
                </a:lnTo>
                <a:lnTo>
                  <a:pt x="45262" y="65099"/>
                </a:lnTo>
                <a:lnTo>
                  <a:pt x="47008" y="75506"/>
                </a:lnTo>
                <a:lnTo>
                  <a:pt x="52247" y="81862"/>
                </a:lnTo>
                <a:lnTo>
                  <a:pt x="71385" y="95552"/>
                </a:lnTo>
                <a:lnTo>
                  <a:pt x="55529" y="112246"/>
                </a:lnTo>
                <a:lnTo>
                  <a:pt x="52805" y="109592"/>
                </a:lnTo>
                <a:lnTo>
                  <a:pt x="41490" y="96251"/>
                </a:lnTo>
                <a:lnTo>
                  <a:pt x="19837" y="89825"/>
                </a:lnTo>
                <a:lnTo>
                  <a:pt x="4261" y="62654"/>
                </a:lnTo>
                <a:lnTo>
                  <a:pt x="16834" y="31013"/>
                </a:lnTo>
                <a:lnTo>
                  <a:pt x="0" y="20326"/>
                </a:lnTo>
                <a:lnTo>
                  <a:pt x="22631" y="0"/>
                </a:lnTo>
                <a:lnTo>
                  <a:pt x="69848" y="16973"/>
                </a:lnTo>
                <a:lnTo>
                  <a:pt x="77671" y="12852"/>
                </a:lnTo>
                <a:lnTo>
                  <a:pt x="84447" y="9569"/>
                </a:lnTo>
                <a:lnTo>
                  <a:pt x="109103" y="14668"/>
                </a:lnTo>
                <a:lnTo>
                  <a:pt x="121675" y="28498"/>
                </a:lnTo>
                <a:lnTo>
                  <a:pt x="126705" y="28847"/>
                </a:lnTo>
                <a:lnTo>
                  <a:pt x="138998" y="31641"/>
                </a:lnTo>
                <a:lnTo>
                  <a:pt x="146541" y="31152"/>
                </a:lnTo>
                <a:lnTo>
                  <a:pt x="153386" y="28149"/>
                </a:lnTo>
                <a:lnTo>
                  <a:pt x="157158" y="24587"/>
                </a:lnTo>
                <a:lnTo>
                  <a:pt x="158416" y="18999"/>
                </a:lnTo>
                <a:lnTo>
                  <a:pt x="179021" y="60978"/>
                </a:lnTo>
                <a:lnTo>
                  <a:pt x="218764" y="106099"/>
                </a:lnTo>
                <a:lnTo>
                  <a:pt x="230289" y="109871"/>
                </a:lnTo>
                <a:lnTo>
                  <a:pt x="233572" y="112665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País CO"/>
          <p:cNvSpPr/>
          <p:nvPr/>
        </p:nvSpPr>
        <p:spPr>
          <a:xfrm>
            <a:off x="3625860" y="3335105"/>
            <a:ext cx="848654" cy="1163319"/>
          </a:xfrm>
          <a:custGeom>
            <a:avLst/>
            <a:gdLst/>
            <a:ahLst/>
            <a:cxnLst/>
            <a:rect l="l" t="t" r="r" b="b"/>
            <a:pathLst>
              <a:path w="848654" h="1163319">
                <a:moveTo>
                  <a:pt x="538319" y="38906"/>
                </a:moveTo>
                <a:lnTo>
                  <a:pt x="493616" y="52596"/>
                </a:lnTo>
                <a:lnTo>
                  <a:pt x="489844" y="57136"/>
                </a:lnTo>
                <a:lnTo>
                  <a:pt x="473500" y="85494"/>
                </a:lnTo>
                <a:lnTo>
                  <a:pt x="459670" y="91152"/>
                </a:lnTo>
                <a:lnTo>
                  <a:pt x="442557" y="110709"/>
                </a:lnTo>
                <a:lnTo>
                  <a:pt x="438995" y="118253"/>
                </a:lnTo>
                <a:lnTo>
                  <a:pt x="429985" y="134737"/>
                </a:lnTo>
                <a:lnTo>
                  <a:pt x="420415" y="183701"/>
                </a:lnTo>
                <a:lnTo>
                  <a:pt x="395270" y="225260"/>
                </a:lnTo>
                <a:lnTo>
                  <a:pt x="416923" y="220790"/>
                </a:lnTo>
                <a:lnTo>
                  <a:pt x="435014" y="231267"/>
                </a:lnTo>
                <a:lnTo>
                  <a:pt x="440043" y="249428"/>
                </a:lnTo>
                <a:lnTo>
                  <a:pt x="444303" y="264934"/>
                </a:lnTo>
                <a:lnTo>
                  <a:pt x="454082" y="274503"/>
                </a:lnTo>
                <a:lnTo>
                  <a:pt x="461626" y="282047"/>
                </a:lnTo>
                <a:lnTo>
                  <a:pt x="463442" y="288682"/>
                </a:lnTo>
                <a:lnTo>
                  <a:pt x="465397" y="298042"/>
                </a:lnTo>
                <a:lnTo>
                  <a:pt x="457854" y="341976"/>
                </a:lnTo>
                <a:lnTo>
                  <a:pt x="476224" y="352733"/>
                </a:lnTo>
                <a:lnTo>
                  <a:pt x="490333" y="376272"/>
                </a:lnTo>
                <a:lnTo>
                  <a:pt x="551660" y="379554"/>
                </a:lnTo>
                <a:lnTo>
                  <a:pt x="578831" y="372290"/>
                </a:lnTo>
                <a:lnTo>
                  <a:pt x="621298" y="381859"/>
                </a:lnTo>
                <a:lnTo>
                  <a:pt x="670401" y="439763"/>
                </a:lnTo>
                <a:lnTo>
                  <a:pt x="737246" y="437528"/>
                </a:lnTo>
                <a:lnTo>
                  <a:pt x="779993" y="428169"/>
                </a:lnTo>
                <a:lnTo>
                  <a:pt x="806396" y="435782"/>
                </a:lnTo>
                <a:lnTo>
                  <a:pt x="806884" y="453244"/>
                </a:lnTo>
                <a:lnTo>
                  <a:pt x="782298" y="499344"/>
                </a:lnTo>
                <a:lnTo>
                  <a:pt x="780272" y="552708"/>
                </a:lnTo>
                <a:lnTo>
                  <a:pt x="793823" y="597550"/>
                </a:lnTo>
                <a:lnTo>
                  <a:pt x="818200" y="628982"/>
                </a:lnTo>
                <a:lnTo>
                  <a:pt x="779993" y="672357"/>
                </a:lnTo>
                <a:lnTo>
                  <a:pt x="796826" y="672357"/>
                </a:lnTo>
                <a:lnTo>
                  <a:pt x="825254" y="700646"/>
                </a:lnTo>
                <a:lnTo>
                  <a:pt x="848165" y="772659"/>
                </a:lnTo>
                <a:lnTo>
                  <a:pt x="847396" y="777409"/>
                </a:lnTo>
                <a:lnTo>
                  <a:pt x="848654" y="782089"/>
                </a:lnTo>
                <a:lnTo>
                  <a:pt x="835313" y="785232"/>
                </a:lnTo>
                <a:lnTo>
                  <a:pt x="834335" y="784743"/>
                </a:lnTo>
                <a:lnTo>
                  <a:pt x="833846" y="754708"/>
                </a:lnTo>
                <a:lnTo>
                  <a:pt x="811914" y="719644"/>
                </a:lnTo>
                <a:lnTo>
                  <a:pt x="774754" y="745349"/>
                </a:lnTo>
                <a:lnTo>
                  <a:pt x="756594" y="728725"/>
                </a:lnTo>
                <a:lnTo>
                  <a:pt x="752333" y="738573"/>
                </a:lnTo>
                <a:lnTo>
                  <a:pt x="755337" y="743532"/>
                </a:lnTo>
                <a:lnTo>
                  <a:pt x="757851" y="747444"/>
                </a:lnTo>
                <a:lnTo>
                  <a:pt x="662299" y="743672"/>
                </a:lnTo>
                <a:lnTo>
                  <a:pt x="640926" y="748142"/>
                </a:lnTo>
                <a:lnTo>
                  <a:pt x="640716" y="793474"/>
                </a:lnTo>
                <a:lnTo>
                  <a:pt x="678434" y="794102"/>
                </a:lnTo>
                <a:lnTo>
                  <a:pt x="688981" y="807234"/>
                </a:lnTo>
                <a:lnTo>
                  <a:pt x="689470" y="822600"/>
                </a:lnTo>
                <a:lnTo>
                  <a:pt x="667328" y="816524"/>
                </a:lnTo>
                <a:lnTo>
                  <a:pt x="626607" y="827071"/>
                </a:lnTo>
                <a:lnTo>
                  <a:pt x="625629" y="877152"/>
                </a:lnTo>
                <a:lnTo>
                  <a:pt x="656013" y="903135"/>
                </a:lnTo>
                <a:lnTo>
                  <a:pt x="657549" y="920807"/>
                </a:lnTo>
                <a:lnTo>
                  <a:pt x="672357" y="950981"/>
                </a:lnTo>
                <a:lnTo>
                  <a:pt x="632893" y="1163319"/>
                </a:lnTo>
                <a:lnTo>
                  <a:pt x="606770" y="1133983"/>
                </a:lnTo>
                <a:lnTo>
                  <a:pt x="593429" y="1137615"/>
                </a:lnTo>
                <a:lnTo>
                  <a:pt x="581066" y="1132167"/>
                </a:lnTo>
                <a:lnTo>
                  <a:pt x="579110" y="1131678"/>
                </a:lnTo>
                <a:lnTo>
                  <a:pt x="625349" y="1059665"/>
                </a:lnTo>
                <a:lnTo>
                  <a:pt x="623813" y="1053239"/>
                </a:lnTo>
                <a:lnTo>
                  <a:pt x="562766" y="1021737"/>
                </a:lnTo>
                <a:lnTo>
                  <a:pt x="532801" y="1030538"/>
                </a:lnTo>
                <a:lnTo>
                  <a:pt x="507935" y="1017826"/>
                </a:lnTo>
                <a:lnTo>
                  <a:pt x="475456" y="1035148"/>
                </a:lnTo>
                <a:lnTo>
                  <a:pt x="424955" y="1034659"/>
                </a:lnTo>
                <a:lnTo>
                  <a:pt x="410078" y="1026696"/>
                </a:lnTo>
                <a:lnTo>
                  <a:pt x="407074" y="995404"/>
                </a:lnTo>
                <a:lnTo>
                  <a:pt x="386190" y="985835"/>
                </a:lnTo>
                <a:lnTo>
                  <a:pt x="384444" y="968722"/>
                </a:lnTo>
                <a:lnTo>
                  <a:pt x="374386" y="954753"/>
                </a:lnTo>
                <a:lnTo>
                  <a:pt x="333944" y="935265"/>
                </a:lnTo>
                <a:lnTo>
                  <a:pt x="321860" y="908094"/>
                </a:lnTo>
                <a:lnTo>
                  <a:pt x="294968" y="881552"/>
                </a:lnTo>
                <a:lnTo>
                  <a:pt x="227076" y="861296"/>
                </a:lnTo>
                <a:lnTo>
                  <a:pt x="192362" y="836780"/>
                </a:lnTo>
                <a:lnTo>
                  <a:pt x="176785" y="851098"/>
                </a:lnTo>
                <a:lnTo>
                  <a:pt x="113922" y="839923"/>
                </a:lnTo>
                <a:lnTo>
                  <a:pt x="111897" y="837897"/>
                </a:lnTo>
                <a:lnTo>
                  <a:pt x="108893" y="823089"/>
                </a:lnTo>
                <a:lnTo>
                  <a:pt x="92549" y="809050"/>
                </a:lnTo>
                <a:lnTo>
                  <a:pt x="49802" y="794452"/>
                </a:lnTo>
                <a:lnTo>
                  <a:pt x="0" y="754080"/>
                </a:lnTo>
                <a:lnTo>
                  <a:pt x="4750" y="745139"/>
                </a:lnTo>
                <a:lnTo>
                  <a:pt x="16345" y="738364"/>
                </a:lnTo>
                <a:lnTo>
                  <a:pt x="31432" y="743672"/>
                </a:lnTo>
                <a:lnTo>
                  <a:pt x="30384" y="702951"/>
                </a:lnTo>
                <a:lnTo>
                  <a:pt x="42468" y="694080"/>
                </a:lnTo>
                <a:lnTo>
                  <a:pt x="67124" y="692264"/>
                </a:lnTo>
                <a:lnTo>
                  <a:pt x="84726" y="677805"/>
                </a:lnTo>
                <a:lnTo>
                  <a:pt x="94784" y="666420"/>
                </a:lnTo>
                <a:lnTo>
                  <a:pt x="93038" y="655175"/>
                </a:lnTo>
                <a:lnTo>
                  <a:pt x="97298" y="654406"/>
                </a:lnTo>
                <a:lnTo>
                  <a:pt x="102607" y="652590"/>
                </a:lnTo>
                <a:lnTo>
                  <a:pt x="116646" y="633592"/>
                </a:lnTo>
                <a:lnTo>
                  <a:pt x="135994" y="594128"/>
                </a:lnTo>
                <a:lnTo>
                  <a:pt x="123212" y="595594"/>
                </a:lnTo>
                <a:lnTo>
                  <a:pt x="124190" y="585327"/>
                </a:lnTo>
                <a:lnTo>
                  <a:pt x="122164" y="584069"/>
                </a:lnTo>
                <a:lnTo>
                  <a:pt x="116437" y="591962"/>
                </a:lnTo>
                <a:lnTo>
                  <a:pt x="112875" y="570868"/>
                </a:lnTo>
                <a:lnTo>
                  <a:pt x="105121" y="573313"/>
                </a:lnTo>
                <a:lnTo>
                  <a:pt x="116926" y="560321"/>
                </a:lnTo>
                <a:lnTo>
                  <a:pt x="121466" y="537621"/>
                </a:lnTo>
                <a:lnTo>
                  <a:pt x="115389" y="495712"/>
                </a:lnTo>
                <a:lnTo>
                  <a:pt x="113363" y="489146"/>
                </a:lnTo>
                <a:lnTo>
                  <a:pt x="104074" y="480764"/>
                </a:lnTo>
                <a:lnTo>
                  <a:pt x="118951" y="471055"/>
                </a:lnTo>
                <a:lnTo>
                  <a:pt x="124190" y="463791"/>
                </a:lnTo>
                <a:lnTo>
                  <a:pt x="117415" y="448774"/>
                </a:lnTo>
                <a:lnTo>
                  <a:pt x="108614" y="436061"/>
                </a:lnTo>
                <a:lnTo>
                  <a:pt x="115668" y="408262"/>
                </a:lnTo>
                <a:lnTo>
                  <a:pt x="78719" y="362581"/>
                </a:lnTo>
                <a:lnTo>
                  <a:pt x="89475" y="341068"/>
                </a:lnTo>
                <a:lnTo>
                  <a:pt x="87729" y="331848"/>
                </a:lnTo>
                <a:lnTo>
                  <a:pt x="88218" y="329823"/>
                </a:lnTo>
                <a:lnTo>
                  <a:pt x="103864" y="339043"/>
                </a:lnTo>
                <a:lnTo>
                  <a:pt x="127752" y="310684"/>
                </a:lnTo>
                <a:lnTo>
                  <a:pt x="108125" y="273944"/>
                </a:lnTo>
                <a:lnTo>
                  <a:pt x="110150" y="269195"/>
                </a:lnTo>
                <a:lnTo>
                  <a:pt x="114132" y="263746"/>
                </a:lnTo>
                <a:lnTo>
                  <a:pt x="151850" y="302442"/>
                </a:lnTo>
                <a:lnTo>
                  <a:pt x="146821" y="310684"/>
                </a:lnTo>
                <a:lnTo>
                  <a:pt x="156390" y="313478"/>
                </a:lnTo>
                <a:lnTo>
                  <a:pt x="159393" y="308589"/>
                </a:lnTo>
                <a:lnTo>
                  <a:pt x="157368" y="287006"/>
                </a:lnTo>
                <a:lnTo>
                  <a:pt x="147100" y="268706"/>
                </a:lnTo>
                <a:lnTo>
                  <a:pt x="192082" y="239579"/>
                </a:lnTo>
                <a:lnTo>
                  <a:pt x="201931" y="220301"/>
                </a:lnTo>
                <a:lnTo>
                  <a:pt x="209474" y="213316"/>
                </a:lnTo>
                <a:lnTo>
                  <a:pt x="236575" y="207449"/>
                </a:lnTo>
                <a:lnTo>
                  <a:pt x="233572" y="187961"/>
                </a:lnTo>
                <a:lnTo>
                  <a:pt x="243630" y="154714"/>
                </a:lnTo>
                <a:lnTo>
                  <a:pt x="231826" y="158974"/>
                </a:lnTo>
                <a:lnTo>
                  <a:pt x="249916" y="126355"/>
                </a:lnTo>
                <a:lnTo>
                  <a:pt x="292174" y="91571"/>
                </a:lnTo>
                <a:lnTo>
                  <a:pt x="319345" y="99883"/>
                </a:lnTo>
                <a:lnTo>
                  <a:pt x="327867" y="99464"/>
                </a:lnTo>
                <a:lnTo>
                  <a:pt x="315085" y="108754"/>
                </a:lnTo>
                <a:lnTo>
                  <a:pt x="318856" y="114132"/>
                </a:lnTo>
                <a:lnTo>
                  <a:pt x="323117" y="115529"/>
                </a:lnTo>
                <a:lnTo>
                  <a:pt x="340928" y="76763"/>
                </a:lnTo>
                <a:lnTo>
                  <a:pt x="399042" y="78579"/>
                </a:lnTo>
                <a:lnTo>
                  <a:pt x="440252" y="49453"/>
                </a:lnTo>
                <a:lnTo>
                  <a:pt x="459670" y="43166"/>
                </a:lnTo>
                <a:lnTo>
                  <a:pt x="471474" y="37090"/>
                </a:lnTo>
                <a:lnTo>
                  <a:pt x="479227" y="25076"/>
                </a:lnTo>
                <a:lnTo>
                  <a:pt x="481253" y="16135"/>
                </a:lnTo>
                <a:lnTo>
                  <a:pt x="510659" y="0"/>
                </a:lnTo>
                <a:lnTo>
                  <a:pt x="542370" y="5937"/>
                </a:lnTo>
                <a:lnTo>
                  <a:pt x="549634" y="17812"/>
                </a:lnTo>
                <a:lnTo>
                  <a:pt x="550891" y="26054"/>
                </a:lnTo>
                <a:lnTo>
                  <a:pt x="540833" y="35064"/>
                </a:lnTo>
                <a:lnTo>
                  <a:pt x="538319" y="38906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País CL"/>
          <p:cNvSpPr/>
          <p:nvPr/>
        </p:nvSpPr>
        <p:spPr>
          <a:xfrm>
            <a:off x="1501782" y="6093334"/>
            <a:ext cx="14878" cy="7124"/>
          </a:xfrm>
          <a:custGeom>
            <a:avLst/>
            <a:gdLst/>
            <a:ahLst/>
            <a:cxnLst/>
            <a:rect l="l" t="t" r="r" b="b"/>
            <a:pathLst>
              <a:path w="14878" h="7124">
                <a:moveTo>
                  <a:pt x="10826" y="4959"/>
                </a:moveTo>
                <a:lnTo>
                  <a:pt x="0" y="7124"/>
                </a:lnTo>
                <a:lnTo>
                  <a:pt x="559" y="3283"/>
                </a:lnTo>
                <a:lnTo>
                  <a:pt x="3283" y="0"/>
                </a:lnTo>
                <a:lnTo>
                  <a:pt x="11106" y="1955"/>
                </a:lnTo>
                <a:lnTo>
                  <a:pt x="14878" y="2305"/>
                </a:lnTo>
                <a:lnTo>
                  <a:pt x="10826" y="4959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País CL"/>
          <p:cNvSpPr/>
          <p:nvPr/>
        </p:nvSpPr>
        <p:spPr>
          <a:xfrm>
            <a:off x="3628375" y="6547765"/>
            <a:ext cx="13061" cy="6426"/>
          </a:xfrm>
          <a:custGeom>
            <a:avLst/>
            <a:gdLst/>
            <a:ahLst/>
            <a:cxnLst/>
            <a:rect l="l" t="t" r="r" b="b"/>
            <a:pathLst>
              <a:path w="13061" h="6426">
                <a:moveTo>
                  <a:pt x="13061" y="5029"/>
                </a:moveTo>
                <a:lnTo>
                  <a:pt x="489" y="6426"/>
                </a:lnTo>
                <a:lnTo>
                  <a:pt x="0" y="6077"/>
                </a:lnTo>
                <a:lnTo>
                  <a:pt x="7753" y="0"/>
                </a:lnTo>
                <a:lnTo>
                  <a:pt x="13061" y="5029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País CL"/>
          <p:cNvSpPr/>
          <p:nvPr/>
        </p:nvSpPr>
        <p:spPr>
          <a:xfrm>
            <a:off x="3857686" y="5425307"/>
            <a:ext cx="607538" cy="2540931"/>
          </a:xfrm>
          <a:custGeom>
            <a:avLst/>
            <a:gdLst/>
            <a:ahLst/>
            <a:cxnLst/>
            <a:rect l="l" t="t" r="r" b="b"/>
            <a:pathLst>
              <a:path w="607538" h="2540931">
                <a:moveTo>
                  <a:pt x="369356" y="58673"/>
                </a:moveTo>
                <a:lnTo>
                  <a:pt x="403861" y="49034"/>
                </a:lnTo>
                <a:lnTo>
                  <a:pt x="409868" y="41141"/>
                </a:lnTo>
                <a:lnTo>
                  <a:pt x="412382" y="33877"/>
                </a:lnTo>
                <a:lnTo>
                  <a:pt x="408890" y="13830"/>
                </a:lnTo>
                <a:lnTo>
                  <a:pt x="432778" y="0"/>
                </a:lnTo>
                <a:lnTo>
                  <a:pt x="446608" y="30594"/>
                </a:lnTo>
                <a:lnTo>
                  <a:pt x="448843" y="32130"/>
                </a:lnTo>
                <a:lnTo>
                  <a:pt x="461905" y="38067"/>
                </a:lnTo>
                <a:lnTo>
                  <a:pt x="458412" y="44633"/>
                </a:lnTo>
                <a:lnTo>
                  <a:pt x="470706" y="102258"/>
                </a:lnTo>
                <a:lnTo>
                  <a:pt x="505909" y="134597"/>
                </a:lnTo>
                <a:lnTo>
                  <a:pt x="489564" y="154714"/>
                </a:lnTo>
                <a:lnTo>
                  <a:pt x="499134" y="171966"/>
                </a:lnTo>
                <a:lnTo>
                  <a:pt x="485583" y="180557"/>
                </a:lnTo>
                <a:lnTo>
                  <a:pt x="490333" y="195994"/>
                </a:lnTo>
                <a:lnTo>
                  <a:pt x="485304" y="203398"/>
                </a:lnTo>
                <a:lnTo>
                  <a:pt x="504442" y="218136"/>
                </a:lnTo>
                <a:lnTo>
                  <a:pt x="499413" y="237344"/>
                </a:lnTo>
                <a:lnTo>
                  <a:pt x="501159" y="238741"/>
                </a:lnTo>
                <a:lnTo>
                  <a:pt x="507935" y="240487"/>
                </a:lnTo>
                <a:lnTo>
                  <a:pt x="516526" y="253199"/>
                </a:lnTo>
                <a:lnTo>
                  <a:pt x="524558" y="265073"/>
                </a:lnTo>
                <a:lnTo>
                  <a:pt x="524558" y="275411"/>
                </a:lnTo>
                <a:lnTo>
                  <a:pt x="525327" y="287285"/>
                </a:lnTo>
                <a:lnTo>
                  <a:pt x="546700" y="348402"/>
                </a:lnTo>
                <a:lnTo>
                  <a:pt x="546700" y="371452"/>
                </a:lnTo>
                <a:lnTo>
                  <a:pt x="567515" y="376272"/>
                </a:lnTo>
                <a:lnTo>
                  <a:pt x="582881" y="373757"/>
                </a:lnTo>
                <a:lnTo>
                  <a:pt x="594476" y="371312"/>
                </a:lnTo>
                <a:lnTo>
                  <a:pt x="607538" y="383885"/>
                </a:lnTo>
                <a:lnTo>
                  <a:pt x="583370" y="456038"/>
                </a:lnTo>
                <a:lnTo>
                  <a:pt x="520787" y="481044"/>
                </a:lnTo>
                <a:lnTo>
                  <a:pt x="499134" y="505909"/>
                </a:lnTo>
                <a:lnTo>
                  <a:pt x="511497" y="529937"/>
                </a:lnTo>
                <a:lnTo>
                  <a:pt x="496899" y="552847"/>
                </a:lnTo>
                <a:lnTo>
                  <a:pt x="509471" y="604116"/>
                </a:lnTo>
                <a:lnTo>
                  <a:pt x="496899" y="626188"/>
                </a:lnTo>
                <a:lnTo>
                  <a:pt x="515967" y="661321"/>
                </a:lnTo>
                <a:lnTo>
                  <a:pt x="496899" y="672986"/>
                </a:lnTo>
                <a:lnTo>
                  <a:pt x="479297" y="673964"/>
                </a:lnTo>
                <a:lnTo>
                  <a:pt x="456387" y="727817"/>
                </a:lnTo>
                <a:lnTo>
                  <a:pt x="422720" y="761972"/>
                </a:lnTo>
                <a:lnTo>
                  <a:pt x="410636" y="810098"/>
                </a:lnTo>
                <a:lnTo>
                  <a:pt x="396806" y="825534"/>
                </a:lnTo>
                <a:lnTo>
                  <a:pt x="401346" y="878269"/>
                </a:lnTo>
                <a:lnTo>
                  <a:pt x="409658" y="884975"/>
                </a:lnTo>
                <a:lnTo>
                  <a:pt x="401556" y="897827"/>
                </a:lnTo>
                <a:lnTo>
                  <a:pt x="391498" y="899852"/>
                </a:lnTo>
                <a:lnTo>
                  <a:pt x="388005" y="897897"/>
                </a:lnTo>
                <a:lnTo>
                  <a:pt x="374385" y="935754"/>
                </a:lnTo>
                <a:lnTo>
                  <a:pt x="376900" y="944206"/>
                </a:lnTo>
                <a:lnTo>
                  <a:pt x="362371" y="952937"/>
                </a:lnTo>
                <a:lnTo>
                  <a:pt x="357831" y="982343"/>
                </a:lnTo>
                <a:lnTo>
                  <a:pt x="361812" y="989118"/>
                </a:lnTo>
                <a:lnTo>
                  <a:pt x="367121" y="1001341"/>
                </a:lnTo>
                <a:lnTo>
                  <a:pt x="380951" y="1009444"/>
                </a:lnTo>
                <a:lnTo>
                  <a:pt x="373128" y="1018314"/>
                </a:lnTo>
                <a:lnTo>
                  <a:pt x="397016" y="1074193"/>
                </a:lnTo>
                <a:lnTo>
                  <a:pt x="392755" y="1096405"/>
                </a:lnTo>
                <a:lnTo>
                  <a:pt x="411125" y="1102132"/>
                </a:lnTo>
                <a:lnTo>
                  <a:pt x="408890" y="1167859"/>
                </a:lnTo>
                <a:lnTo>
                  <a:pt x="395060" y="1173168"/>
                </a:lnTo>
                <a:lnTo>
                  <a:pt x="371172" y="1232189"/>
                </a:lnTo>
                <a:lnTo>
                  <a:pt x="359857" y="1239244"/>
                </a:lnTo>
                <a:lnTo>
                  <a:pt x="369635" y="1258522"/>
                </a:lnTo>
                <a:lnTo>
                  <a:pt x="370404" y="1296100"/>
                </a:lnTo>
                <a:lnTo>
                  <a:pt x="346236" y="1319290"/>
                </a:lnTo>
                <a:lnTo>
                  <a:pt x="324863" y="1328370"/>
                </a:lnTo>
                <a:lnTo>
                  <a:pt x="315294" y="1350791"/>
                </a:lnTo>
                <a:lnTo>
                  <a:pt x="320602" y="1369720"/>
                </a:lnTo>
                <a:lnTo>
                  <a:pt x="317319" y="1377613"/>
                </a:lnTo>
                <a:lnTo>
                  <a:pt x="314805" y="1382712"/>
                </a:lnTo>
                <a:lnTo>
                  <a:pt x="317110" y="1414981"/>
                </a:lnTo>
                <a:lnTo>
                  <a:pt x="330940" y="1462757"/>
                </a:lnTo>
                <a:lnTo>
                  <a:pt x="335689" y="1466250"/>
                </a:lnTo>
                <a:lnTo>
                  <a:pt x="339461" y="1469393"/>
                </a:lnTo>
                <a:lnTo>
                  <a:pt x="332197" y="1483083"/>
                </a:lnTo>
                <a:lnTo>
                  <a:pt x="300765" y="1496773"/>
                </a:lnTo>
                <a:lnTo>
                  <a:pt x="291196" y="1543502"/>
                </a:lnTo>
                <a:lnTo>
                  <a:pt x="278344" y="1545807"/>
                </a:lnTo>
                <a:lnTo>
                  <a:pt x="282605" y="1572698"/>
                </a:lnTo>
                <a:lnTo>
                  <a:pt x="271569" y="1583595"/>
                </a:lnTo>
                <a:lnTo>
                  <a:pt x="280090" y="1594630"/>
                </a:lnTo>
                <a:lnTo>
                  <a:pt x="263047" y="1626341"/>
                </a:lnTo>
                <a:lnTo>
                  <a:pt x="267797" y="1633606"/>
                </a:lnTo>
                <a:lnTo>
                  <a:pt x="265003" y="1686481"/>
                </a:lnTo>
                <a:lnTo>
                  <a:pt x="276318" y="1714210"/>
                </a:lnTo>
                <a:lnTo>
                  <a:pt x="251453" y="1728529"/>
                </a:lnTo>
                <a:lnTo>
                  <a:pt x="255224" y="1743896"/>
                </a:lnTo>
                <a:lnTo>
                  <a:pt x="251453" y="1747458"/>
                </a:lnTo>
                <a:lnTo>
                  <a:pt x="248938" y="1751230"/>
                </a:lnTo>
                <a:lnTo>
                  <a:pt x="251732" y="1785385"/>
                </a:lnTo>
                <a:lnTo>
                  <a:pt x="276318" y="1797399"/>
                </a:lnTo>
                <a:lnTo>
                  <a:pt x="265562" y="1805013"/>
                </a:lnTo>
                <a:lnTo>
                  <a:pt x="281348" y="1845664"/>
                </a:lnTo>
                <a:lnTo>
                  <a:pt x="272058" y="1858027"/>
                </a:lnTo>
                <a:lnTo>
                  <a:pt x="271569" y="1877445"/>
                </a:lnTo>
                <a:lnTo>
                  <a:pt x="306004" y="1880309"/>
                </a:lnTo>
                <a:lnTo>
                  <a:pt x="313827" y="1881426"/>
                </a:lnTo>
                <a:lnTo>
                  <a:pt x="318367" y="1885198"/>
                </a:lnTo>
                <a:lnTo>
                  <a:pt x="317599" y="1889808"/>
                </a:lnTo>
                <a:lnTo>
                  <a:pt x="313338" y="1894628"/>
                </a:lnTo>
                <a:lnTo>
                  <a:pt x="310544" y="1903848"/>
                </a:lnTo>
                <a:lnTo>
                  <a:pt x="254456" y="1904616"/>
                </a:lnTo>
                <a:lnTo>
                  <a:pt x="253967" y="1907969"/>
                </a:lnTo>
                <a:lnTo>
                  <a:pt x="255993" y="1913836"/>
                </a:lnTo>
                <a:lnTo>
                  <a:pt x="272058" y="1915652"/>
                </a:lnTo>
                <a:lnTo>
                  <a:pt x="287145" y="1919005"/>
                </a:lnTo>
                <a:lnTo>
                  <a:pt x="303978" y="1936606"/>
                </a:lnTo>
                <a:lnTo>
                  <a:pt x="293222" y="1956234"/>
                </a:lnTo>
                <a:lnTo>
                  <a:pt x="280370" y="1957840"/>
                </a:lnTo>
                <a:lnTo>
                  <a:pt x="276598" y="1960844"/>
                </a:lnTo>
                <a:lnTo>
                  <a:pt x="274852" y="1971041"/>
                </a:lnTo>
                <a:lnTo>
                  <a:pt x="276318" y="1979074"/>
                </a:lnTo>
                <a:lnTo>
                  <a:pt x="281348" y="1981798"/>
                </a:lnTo>
                <a:lnTo>
                  <a:pt x="284630" y="1987037"/>
                </a:lnTo>
                <a:lnTo>
                  <a:pt x="267518" y="2001495"/>
                </a:lnTo>
                <a:lnTo>
                  <a:pt x="279881" y="2035791"/>
                </a:lnTo>
                <a:lnTo>
                  <a:pt x="263047" y="2048433"/>
                </a:lnTo>
                <a:lnTo>
                  <a:pt x="265562" y="2074207"/>
                </a:lnTo>
                <a:lnTo>
                  <a:pt x="234829" y="2094603"/>
                </a:lnTo>
                <a:lnTo>
                  <a:pt x="222815" y="2121424"/>
                </a:lnTo>
                <a:lnTo>
                  <a:pt x="238391" y="2146011"/>
                </a:lnTo>
                <a:lnTo>
                  <a:pt x="216529" y="2166267"/>
                </a:lnTo>
                <a:lnTo>
                  <a:pt x="215970" y="2185405"/>
                </a:lnTo>
                <a:lnTo>
                  <a:pt x="186843" y="2200841"/>
                </a:lnTo>
                <a:lnTo>
                  <a:pt x="179509" y="2220818"/>
                </a:lnTo>
                <a:lnTo>
                  <a:pt x="156878" y="2221796"/>
                </a:lnTo>
                <a:lnTo>
                  <a:pt x="148846" y="2240585"/>
                </a:lnTo>
                <a:lnTo>
                  <a:pt x="153875" y="2248617"/>
                </a:lnTo>
                <a:lnTo>
                  <a:pt x="156180" y="2255393"/>
                </a:lnTo>
                <a:lnTo>
                  <a:pt x="154154" y="2278443"/>
                </a:lnTo>
                <a:lnTo>
                  <a:pt x="178252" y="2321259"/>
                </a:lnTo>
                <a:lnTo>
                  <a:pt x="223304" y="2312109"/>
                </a:lnTo>
                <a:lnTo>
                  <a:pt x="235108" y="2317348"/>
                </a:lnTo>
                <a:lnTo>
                  <a:pt x="237902" y="2324892"/>
                </a:lnTo>
                <a:lnTo>
                  <a:pt x="239648" y="2333203"/>
                </a:lnTo>
                <a:lnTo>
                  <a:pt x="232594" y="2346195"/>
                </a:lnTo>
                <a:lnTo>
                  <a:pt x="237623" y="2360374"/>
                </a:lnTo>
                <a:lnTo>
                  <a:pt x="233362" y="2372388"/>
                </a:lnTo>
                <a:lnTo>
                  <a:pt x="230358" y="2377347"/>
                </a:lnTo>
                <a:lnTo>
                  <a:pt x="262279" y="2401026"/>
                </a:lnTo>
                <a:lnTo>
                  <a:pt x="261022" y="2406963"/>
                </a:lnTo>
                <a:lnTo>
                  <a:pt x="401346" y="2409966"/>
                </a:lnTo>
                <a:lnTo>
                  <a:pt x="506188" y="2429733"/>
                </a:lnTo>
                <a:lnTo>
                  <a:pt x="507446" y="2434343"/>
                </a:lnTo>
                <a:lnTo>
                  <a:pt x="451637" y="2423796"/>
                </a:lnTo>
                <a:lnTo>
                  <a:pt x="437318" y="2428197"/>
                </a:lnTo>
                <a:lnTo>
                  <a:pt x="429216" y="2438814"/>
                </a:lnTo>
                <a:lnTo>
                  <a:pt x="425234" y="2441887"/>
                </a:lnTo>
                <a:lnTo>
                  <a:pt x="342953" y="2463121"/>
                </a:lnTo>
                <a:lnTo>
                  <a:pt x="329892" y="2505309"/>
                </a:lnTo>
                <a:lnTo>
                  <a:pt x="329124" y="2533667"/>
                </a:lnTo>
                <a:lnTo>
                  <a:pt x="322837" y="2536810"/>
                </a:lnTo>
                <a:lnTo>
                  <a:pt x="308029" y="2540931"/>
                </a:lnTo>
                <a:lnTo>
                  <a:pt x="246703" y="2523330"/>
                </a:lnTo>
                <a:lnTo>
                  <a:pt x="230079" y="2503702"/>
                </a:lnTo>
                <a:lnTo>
                  <a:pt x="237623" y="2496927"/>
                </a:lnTo>
                <a:lnTo>
                  <a:pt x="263047" y="2495600"/>
                </a:lnTo>
                <a:lnTo>
                  <a:pt x="269334" y="2499232"/>
                </a:lnTo>
                <a:lnTo>
                  <a:pt x="270800" y="2507125"/>
                </a:lnTo>
                <a:lnTo>
                  <a:pt x="266540" y="2515856"/>
                </a:lnTo>
                <a:lnTo>
                  <a:pt x="273594" y="2513062"/>
                </a:lnTo>
                <a:lnTo>
                  <a:pt x="277087" y="2495460"/>
                </a:lnTo>
                <a:lnTo>
                  <a:pt x="300765" y="2486729"/>
                </a:lnTo>
                <a:lnTo>
                  <a:pt x="308518" y="2481630"/>
                </a:lnTo>
                <a:lnTo>
                  <a:pt x="316062" y="2473668"/>
                </a:lnTo>
                <a:lnTo>
                  <a:pt x="317319" y="2471433"/>
                </a:lnTo>
                <a:lnTo>
                  <a:pt x="317808" y="2468429"/>
                </a:lnTo>
                <a:lnTo>
                  <a:pt x="312779" y="2465985"/>
                </a:lnTo>
                <a:lnTo>
                  <a:pt x="301743" y="2462702"/>
                </a:lnTo>
                <a:lnTo>
                  <a:pt x="239369" y="2488406"/>
                </a:lnTo>
                <a:lnTo>
                  <a:pt x="226796" y="2497067"/>
                </a:lnTo>
                <a:lnTo>
                  <a:pt x="224561" y="2499581"/>
                </a:lnTo>
                <a:lnTo>
                  <a:pt x="221767" y="2505169"/>
                </a:lnTo>
                <a:lnTo>
                  <a:pt x="220510" y="2511456"/>
                </a:lnTo>
                <a:lnTo>
                  <a:pt x="185307" y="2496229"/>
                </a:lnTo>
                <a:lnTo>
                  <a:pt x="189078" y="2491619"/>
                </a:lnTo>
                <a:lnTo>
                  <a:pt x="194876" y="2487847"/>
                </a:lnTo>
                <a:lnTo>
                  <a:pt x="195365" y="2474855"/>
                </a:lnTo>
                <a:lnTo>
                  <a:pt x="196901" y="2470245"/>
                </a:lnTo>
                <a:lnTo>
                  <a:pt x="200883" y="2466613"/>
                </a:lnTo>
                <a:lnTo>
                  <a:pt x="208217" y="2462632"/>
                </a:lnTo>
                <a:lnTo>
                  <a:pt x="227285" y="2466264"/>
                </a:lnTo>
                <a:lnTo>
                  <a:pt x="250684" y="2454879"/>
                </a:lnTo>
                <a:lnTo>
                  <a:pt x="292942" y="2451666"/>
                </a:lnTo>
                <a:lnTo>
                  <a:pt x="243141" y="2445729"/>
                </a:lnTo>
                <a:lnTo>
                  <a:pt x="236854" y="2446986"/>
                </a:lnTo>
                <a:lnTo>
                  <a:pt x="228333" y="2453132"/>
                </a:lnTo>
                <a:lnTo>
                  <a:pt x="209195" y="2446846"/>
                </a:lnTo>
                <a:lnTo>
                  <a:pt x="180557" y="2484424"/>
                </a:lnTo>
                <a:lnTo>
                  <a:pt x="165470" y="2483097"/>
                </a:lnTo>
                <a:lnTo>
                  <a:pt x="144096" y="2467801"/>
                </a:lnTo>
                <a:lnTo>
                  <a:pt x="164981" y="2462143"/>
                </a:lnTo>
                <a:lnTo>
                  <a:pt x="172245" y="2458860"/>
                </a:lnTo>
                <a:lnTo>
                  <a:pt x="179020" y="2451456"/>
                </a:lnTo>
                <a:lnTo>
                  <a:pt x="184049" y="2446706"/>
                </a:lnTo>
                <a:lnTo>
                  <a:pt x="180557" y="2443424"/>
                </a:lnTo>
                <a:lnTo>
                  <a:pt x="171966" y="2453063"/>
                </a:lnTo>
                <a:lnTo>
                  <a:pt x="162466" y="2450967"/>
                </a:lnTo>
                <a:lnTo>
                  <a:pt x="148078" y="2457254"/>
                </a:lnTo>
                <a:lnTo>
                  <a:pt x="118183" y="2454110"/>
                </a:lnTo>
                <a:lnTo>
                  <a:pt x="116646" y="2437487"/>
                </a:lnTo>
                <a:lnTo>
                  <a:pt x="112665" y="2435670"/>
                </a:lnTo>
                <a:lnTo>
                  <a:pt x="108613" y="2436159"/>
                </a:lnTo>
                <a:lnTo>
                  <a:pt x="100860" y="2416812"/>
                </a:lnTo>
                <a:lnTo>
                  <a:pt x="130755" y="2425752"/>
                </a:lnTo>
                <a:lnTo>
                  <a:pt x="136762" y="2424565"/>
                </a:lnTo>
                <a:lnTo>
                  <a:pt x="140045" y="2423307"/>
                </a:lnTo>
                <a:lnTo>
                  <a:pt x="141302" y="2418977"/>
                </a:lnTo>
                <a:lnTo>
                  <a:pt x="141302" y="2414856"/>
                </a:lnTo>
                <a:lnTo>
                  <a:pt x="170988" y="2420444"/>
                </a:lnTo>
                <a:lnTo>
                  <a:pt x="203397" y="2405845"/>
                </a:lnTo>
                <a:lnTo>
                  <a:pt x="219043" y="2423307"/>
                </a:lnTo>
                <a:lnTo>
                  <a:pt x="208985" y="2434343"/>
                </a:lnTo>
                <a:lnTo>
                  <a:pt x="222256" y="2427219"/>
                </a:lnTo>
                <a:lnTo>
                  <a:pt x="215271" y="2409897"/>
                </a:lnTo>
                <a:lnTo>
                  <a:pt x="224282" y="2398721"/>
                </a:lnTo>
                <a:lnTo>
                  <a:pt x="224771" y="2392923"/>
                </a:lnTo>
                <a:lnTo>
                  <a:pt x="220999" y="2388872"/>
                </a:lnTo>
                <a:lnTo>
                  <a:pt x="177274" y="2371340"/>
                </a:lnTo>
                <a:lnTo>
                  <a:pt x="213455" y="2388174"/>
                </a:lnTo>
                <a:lnTo>
                  <a:pt x="218275" y="2391038"/>
                </a:lnTo>
                <a:lnTo>
                  <a:pt x="217018" y="2395438"/>
                </a:lnTo>
                <a:lnTo>
                  <a:pt x="162187" y="2414367"/>
                </a:lnTo>
                <a:lnTo>
                  <a:pt x="152897" y="2412271"/>
                </a:lnTo>
                <a:lnTo>
                  <a:pt x="136553" y="2395089"/>
                </a:lnTo>
                <a:lnTo>
                  <a:pt x="105610" y="2387056"/>
                </a:lnTo>
                <a:lnTo>
                  <a:pt x="114411" y="2380071"/>
                </a:lnTo>
                <a:lnTo>
                  <a:pt x="124190" y="2382726"/>
                </a:lnTo>
                <a:lnTo>
                  <a:pt x="126494" y="2362679"/>
                </a:lnTo>
                <a:lnTo>
                  <a:pt x="123491" y="2358209"/>
                </a:lnTo>
                <a:lnTo>
                  <a:pt x="62374" y="2343890"/>
                </a:lnTo>
                <a:lnTo>
                  <a:pt x="42747" y="2317348"/>
                </a:lnTo>
                <a:lnTo>
                  <a:pt x="60837" y="2317138"/>
                </a:lnTo>
                <a:lnTo>
                  <a:pt x="71384" y="2315881"/>
                </a:lnTo>
                <a:lnTo>
                  <a:pt x="65098" y="2302540"/>
                </a:lnTo>
                <a:lnTo>
                  <a:pt x="68870" y="2298210"/>
                </a:lnTo>
                <a:lnTo>
                  <a:pt x="74178" y="2294927"/>
                </a:lnTo>
                <a:lnTo>
                  <a:pt x="79696" y="2296394"/>
                </a:lnTo>
                <a:lnTo>
                  <a:pt x="93806" y="2303797"/>
                </a:lnTo>
                <a:lnTo>
                  <a:pt x="109382" y="2326777"/>
                </a:lnTo>
                <a:lnTo>
                  <a:pt x="129987" y="2335439"/>
                </a:lnTo>
                <a:lnTo>
                  <a:pt x="132781" y="2335299"/>
                </a:lnTo>
                <a:lnTo>
                  <a:pt x="131524" y="2328105"/>
                </a:lnTo>
                <a:lnTo>
                  <a:pt x="137321" y="2318326"/>
                </a:lnTo>
                <a:lnTo>
                  <a:pt x="143048" y="2315183"/>
                </a:lnTo>
                <a:lnTo>
                  <a:pt x="145842" y="2315183"/>
                </a:lnTo>
                <a:lnTo>
                  <a:pt x="143328" y="2304147"/>
                </a:lnTo>
                <a:lnTo>
                  <a:pt x="120697" y="2327546"/>
                </a:lnTo>
                <a:lnTo>
                  <a:pt x="105331" y="2312249"/>
                </a:lnTo>
                <a:lnTo>
                  <a:pt x="106378" y="2303658"/>
                </a:lnTo>
                <a:lnTo>
                  <a:pt x="122723" y="2305334"/>
                </a:lnTo>
                <a:lnTo>
                  <a:pt x="75156" y="2283262"/>
                </a:lnTo>
                <a:lnTo>
                  <a:pt x="88986" y="2274322"/>
                </a:lnTo>
                <a:lnTo>
                  <a:pt x="95831" y="2267965"/>
                </a:lnTo>
                <a:lnTo>
                  <a:pt x="117903" y="2271248"/>
                </a:lnTo>
                <a:lnTo>
                  <a:pt x="122234" y="2269362"/>
                </a:lnTo>
                <a:lnTo>
                  <a:pt x="96530" y="2254555"/>
                </a:lnTo>
                <a:lnTo>
                  <a:pt x="97088" y="2250154"/>
                </a:lnTo>
                <a:lnTo>
                  <a:pt x="98835" y="2242052"/>
                </a:lnTo>
                <a:lnTo>
                  <a:pt x="130755" y="2242401"/>
                </a:lnTo>
                <a:lnTo>
                  <a:pt x="112665" y="2229898"/>
                </a:lnTo>
                <a:lnTo>
                  <a:pt x="123701" y="2201330"/>
                </a:lnTo>
                <a:lnTo>
                  <a:pt x="117205" y="2201680"/>
                </a:lnTo>
                <a:lnTo>
                  <a:pt x="103864" y="2234788"/>
                </a:lnTo>
                <a:lnTo>
                  <a:pt x="93526" y="2227873"/>
                </a:lnTo>
                <a:lnTo>
                  <a:pt x="95272" y="2171575"/>
                </a:lnTo>
                <a:lnTo>
                  <a:pt x="118672" y="2163263"/>
                </a:lnTo>
                <a:lnTo>
                  <a:pt x="85983" y="2162355"/>
                </a:lnTo>
                <a:lnTo>
                  <a:pt x="78439" y="2130016"/>
                </a:lnTo>
                <a:lnTo>
                  <a:pt x="129498" y="2132949"/>
                </a:lnTo>
                <a:lnTo>
                  <a:pt x="152129" y="2143845"/>
                </a:lnTo>
                <a:lnTo>
                  <a:pt x="162187" y="2142379"/>
                </a:lnTo>
                <a:lnTo>
                  <a:pt x="161698" y="2140213"/>
                </a:lnTo>
                <a:lnTo>
                  <a:pt x="146611" y="2129666"/>
                </a:lnTo>
                <a:lnTo>
                  <a:pt x="139067" y="2105988"/>
                </a:lnTo>
                <a:lnTo>
                  <a:pt x="123491" y="2125056"/>
                </a:lnTo>
                <a:lnTo>
                  <a:pt x="113433" y="2126872"/>
                </a:lnTo>
                <a:lnTo>
                  <a:pt x="103375" y="2127850"/>
                </a:lnTo>
                <a:lnTo>
                  <a:pt x="73410" y="2109271"/>
                </a:lnTo>
                <a:lnTo>
                  <a:pt x="78230" y="2103334"/>
                </a:lnTo>
                <a:lnTo>
                  <a:pt x="82001" y="2099841"/>
                </a:lnTo>
                <a:lnTo>
                  <a:pt x="102327" y="2107594"/>
                </a:lnTo>
                <a:lnTo>
                  <a:pt x="108613" y="2103962"/>
                </a:lnTo>
                <a:lnTo>
                  <a:pt x="109871" y="2101378"/>
                </a:lnTo>
                <a:lnTo>
                  <a:pt x="85494" y="2090202"/>
                </a:lnTo>
                <a:lnTo>
                  <a:pt x="108124" y="2072880"/>
                </a:lnTo>
                <a:lnTo>
                  <a:pt x="104632" y="2065965"/>
                </a:lnTo>
                <a:lnTo>
                  <a:pt x="108613" y="2058351"/>
                </a:lnTo>
                <a:lnTo>
                  <a:pt x="104632" y="2052135"/>
                </a:lnTo>
                <a:lnTo>
                  <a:pt x="97298" y="2045360"/>
                </a:lnTo>
                <a:lnTo>
                  <a:pt x="87519" y="2043893"/>
                </a:lnTo>
                <a:lnTo>
                  <a:pt x="83468" y="2052135"/>
                </a:lnTo>
                <a:lnTo>
                  <a:pt x="49033" y="2042077"/>
                </a:lnTo>
                <a:lnTo>
                  <a:pt x="50570" y="2026082"/>
                </a:lnTo>
                <a:lnTo>
                  <a:pt x="11594" y="2039073"/>
                </a:lnTo>
                <a:lnTo>
                  <a:pt x="22351" y="2050598"/>
                </a:lnTo>
                <a:lnTo>
                  <a:pt x="21373" y="2053602"/>
                </a:lnTo>
                <a:lnTo>
                  <a:pt x="19348" y="2055558"/>
                </a:lnTo>
                <a:lnTo>
                  <a:pt x="14598" y="2056046"/>
                </a:lnTo>
                <a:lnTo>
                  <a:pt x="5029" y="2050598"/>
                </a:lnTo>
                <a:lnTo>
                  <a:pt x="0" y="2044382"/>
                </a:lnTo>
                <a:lnTo>
                  <a:pt x="0" y="2039562"/>
                </a:lnTo>
                <a:lnTo>
                  <a:pt x="54551" y="2001495"/>
                </a:lnTo>
                <a:lnTo>
                  <a:pt x="49522" y="1997095"/>
                </a:lnTo>
                <a:lnTo>
                  <a:pt x="44283" y="1990669"/>
                </a:lnTo>
                <a:lnTo>
                  <a:pt x="44772" y="1981589"/>
                </a:lnTo>
                <a:lnTo>
                  <a:pt x="108124" y="1974045"/>
                </a:lnTo>
                <a:lnTo>
                  <a:pt x="112385" y="1970553"/>
                </a:lnTo>
                <a:lnTo>
                  <a:pt x="113433" y="1967898"/>
                </a:lnTo>
                <a:lnTo>
                  <a:pt x="110639" y="1955186"/>
                </a:lnTo>
                <a:lnTo>
                  <a:pt x="122234" y="1948760"/>
                </a:lnTo>
                <a:lnTo>
                  <a:pt x="124748" y="1948969"/>
                </a:lnTo>
                <a:lnTo>
                  <a:pt x="131524" y="1951624"/>
                </a:lnTo>
                <a:lnTo>
                  <a:pt x="114900" y="1986687"/>
                </a:lnTo>
                <a:lnTo>
                  <a:pt x="117903" y="1994231"/>
                </a:lnTo>
                <a:lnTo>
                  <a:pt x="91780" y="2005477"/>
                </a:lnTo>
                <a:lnTo>
                  <a:pt x="121465" y="2001076"/>
                </a:lnTo>
                <a:lnTo>
                  <a:pt x="124190" y="1993812"/>
                </a:lnTo>
                <a:lnTo>
                  <a:pt x="127752" y="1979633"/>
                </a:lnTo>
                <a:lnTo>
                  <a:pt x="132292" y="1977607"/>
                </a:lnTo>
                <a:lnTo>
                  <a:pt x="137810" y="1977258"/>
                </a:lnTo>
                <a:lnTo>
                  <a:pt x="139556" y="1995279"/>
                </a:lnTo>
                <a:lnTo>
                  <a:pt x="122723" y="2027549"/>
                </a:lnTo>
                <a:lnTo>
                  <a:pt x="123212" y="2030203"/>
                </a:lnTo>
                <a:lnTo>
                  <a:pt x="129987" y="2029853"/>
                </a:lnTo>
                <a:lnTo>
                  <a:pt x="142839" y="2011064"/>
                </a:lnTo>
                <a:lnTo>
                  <a:pt x="147868" y="1983265"/>
                </a:lnTo>
                <a:lnTo>
                  <a:pt x="147589" y="1974674"/>
                </a:lnTo>
                <a:lnTo>
                  <a:pt x="134527" y="1964336"/>
                </a:lnTo>
                <a:lnTo>
                  <a:pt x="138019" y="1953929"/>
                </a:lnTo>
                <a:lnTo>
                  <a:pt x="170499" y="1944639"/>
                </a:lnTo>
                <a:lnTo>
                  <a:pt x="193618" y="1952113"/>
                </a:lnTo>
                <a:lnTo>
                  <a:pt x="173223" y="1938283"/>
                </a:lnTo>
                <a:lnTo>
                  <a:pt x="157926" y="1937095"/>
                </a:lnTo>
                <a:lnTo>
                  <a:pt x="160650" y="1927596"/>
                </a:lnTo>
                <a:lnTo>
                  <a:pt x="163723" y="1918865"/>
                </a:lnTo>
                <a:lnTo>
                  <a:pt x="207169" y="1901892"/>
                </a:lnTo>
                <a:lnTo>
                  <a:pt x="211500" y="1892113"/>
                </a:lnTo>
                <a:lnTo>
                  <a:pt x="212477" y="1881077"/>
                </a:lnTo>
                <a:lnTo>
                  <a:pt x="170499" y="1862428"/>
                </a:lnTo>
                <a:lnTo>
                  <a:pt x="172245" y="1855233"/>
                </a:lnTo>
                <a:lnTo>
                  <a:pt x="173502" y="1843499"/>
                </a:lnTo>
                <a:lnTo>
                  <a:pt x="184329" y="1840915"/>
                </a:lnTo>
                <a:lnTo>
                  <a:pt x="189358" y="1824919"/>
                </a:lnTo>
                <a:lnTo>
                  <a:pt x="182024" y="1812556"/>
                </a:lnTo>
                <a:lnTo>
                  <a:pt x="183840" y="1803336"/>
                </a:lnTo>
                <a:lnTo>
                  <a:pt x="197670" y="1784198"/>
                </a:lnTo>
                <a:lnTo>
                  <a:pt x="205912" y="1783569"/>
                </a:lnTo>
                <a:lnTo>
                  <a:pt x="199625" y="1757656"/>
                </a:lnTo>
                <a:lnTo>
                  <a:pt x="204934" y="1746201"/>
                </a:lnTo>
                <a:lnTo>
                  <a:pt x="213246" y="1746969"/>
                </a:lnTo>
                <a:lnTo>
                  <a:pt x="214713" y="1746480"/>
                </a:lnTo>
                <a:lnTo>
                  <a:pt x="204934" y="1728878"/>
                </a:lnTo>
                <a:lnTo>
                  <a:pt x="209474" y="1726364"/>
                </a:lnTo>
                <a:lnTo>
                  <a:pt x="214713" y="1724897"/>
                </a:lnTo>
                <a:lnTo>
                  <a:pt x="230079" y="1737959"/>
                </a:lnTo>
                <a:lnTo>
                  <a:pt x="226796" y="1725386"/>
                </a:lnTo>
                <a:lnTo>
                  <a:pt x="224072" y="1709600"/>
                </a:lnTo>
                <a:lnTo>
                  <a:pt x="215271" y="1711696"/>
                </a:lnTo>
                <a:lnTo>
                  <a:pt x="207448" y="1710578"/>
                </a:lnTo>
                <a:lnTo>
                  <a:pt x="204445" y="1708134"/>
                </a:lnTo>
                <a:lnTo>
                  <a:pt x="201441" y="1704501"/>
                </a:lnTo>
                <a:lnTo>
                  <a:pt x="212757" y="1692977"/>
                </a:lnTo>
                <a:lnTo>
                  <a:pt x="225050" y="1691510"/>
                </a:lnTo>
                <a:lnTo>
                  <a:pt x="233851" y="1686481"/>
                </a:lnTo>
                <a:lnTo>
                  <a:pt x="236645" y="1675934"/>
                </a:lnTo>
                <a:lnTo>
                  <a:pt x="220999" y="1689344"/>
                </a:lnTo>
                <a:lnTo>
                  <a:pt x="192361" y="1676981"/>
                </a:lnTo>
                <a:lnTo>
                  <a:pt x="172245" y="1695701"/>
                </a:lnTo>
                <a:lnTo>
                  <a:pt x="137810" y="1692977"/>
                </a:lnTo>
                <a:lnTo>
                  <a:pt x="145563" y="1681731"/>
                </a:lnTo>
                <a:lnTo>
                  <a:pt x="129219" y="1672232"/>
                </a:lnTo>
                <a:lnTo>
                  <a:pt x="120418" y="1639263"/>
                </a:lnTo>
                <a:lnTo>
                  <a:pt x="142350" y="1568717"/>
                </a:lnTo>
                <a:lnTo>
                  <a:pt x="155412" y="1561103"/>
                </a:lnTo>
                <a:lnTo>
                  <a:pt x="160441" y="1556493"/>
                </a:lnTo>
                <a:lnTo>
                  <a:pt x="171756" y="1530859"/>
                </a:lnTo>
                <a:lnTo>
                  <a:pt x="173223" y="1517029"/>
                </a:lnTo>
                <a:lnTo>
                  <a:pt x="155412" y="1475121"/>
                </a:lnTo>
                <a:lnTo>
                  <a:pt x="152618" y="1467088"/>
                </a:lnTo>
                <a:lnTo>
                  <a:pt x="156669" y="1434329"/>
                </a:lnTo>
                <a:lnTo>
                  <a:pt x="152897" y="1425249"/>
                </a:lnTo>
                <a:lnTo>
                  <a:pt x="142839" y="1410441"/>
                </a:lnTo>
                <a:lnTo>
                  <a:pt x="142839" y="1385506"/>
                </a:lnTo>
                <a:lnTo>
                  <a:pt x="144865" y="1379568"/>
                </a:lnTo>
                <a:lnTo>
                  <a:pt x="147100" y="1374819"/>
                </a:lnTo>
                <a:lnTo>
                  <a:pt x="173991" y="1373352"/>
                </a:lnTo>
                <a:lnTo>
                  <a:pt x="180766" y="1339895"/>
                </a:lnTo>
                <a:lnTo>
                  <a:pt x="188589" y="1336752"/>
                </a:lnTo>
                <a:lnTo>
                  <a:pt x="204445" y="1290303"/>
                </a:lnTo>
                <a:lnTo>
                  <a:pt x="211220" y="1283248"/>
                </a:lnTo>
                <a:lnTo>
                  <a:pt x="217995" y="1275006"/>
                </a:lnTo>
                <a:lnTo>
                  <a:pt x="215271" y="1262922"/>
                </a:lnTo>
                <a:lnTo>
                  <a:pt x="243420" y="1228697"/>
                </a:lnTo>
                <a:lnTo>
                  <a:pt x="258717" y="1163738"/>
                </a:lnTo>
                <a:lnTo>
                  <a:pt x="282395" y="1127836"/>
                </a:lnTo>
                <a:lnTo>
                  <a:pt x="276877" y="1088931"/>
                </a:lnTo>
                <a:lnTo>
                  <a:pt x="297203" y="1058477"/>
                </a:lnTo>
                <a:lnTo>
                  <a:pt x="296435" y="1049956"/>
                </a:lnTo>
                <a:lnTo>
                  <a:pt x="299229" y="1039409"/>
                </a:lnTo>
                <a:lnTo>
                  <a:pt x="279392" y="925836"/>
                </a:lnTo>
                <a:lnTo>
                  <a:pt x="279392" y="916616"/>
                </a:lnTo>
                <a:lnTo>
                  <a:pt x="282116" y="895871"/>
                </a:lnTo>
                <a:lnTo>
                  <a:pt x="300765" y="882739"/>
                </a:lnTo>
                <a:lnTo>
                  <a:pt x="304537" y="868071"/>
                </a:lnTo>
                <a:lnTo>
                  <a:pt x="306772" y="848304"/>
                </a:lnTo>
                <a:lnTo>
                  <a:pt x="292453" y="797734"/>
                </a:lnTo>
                <a:lnTo>
                  <a:pt x="315852" y="759458"/>
                </a:lnTo>
                <a:lnTo>
                  <a:pt x="353570" y="616339"/>
                </a:lnTo>
                <a:lnTo>
                  <a:pt x="348751" y="578272"/>
                </a:lnTo>
                <a:lnTo>
                  <a:pt x="367121" y="541043"/>
                </a:lnTo>
                <a:lnTo>
                  <a:pt x="358599" y="498645"/>
                </a:lnTo>
                <a:lnTo>
                  <a:pt x="363070" y="445631"/>
                </a:lnTo>
                <a:lnTo>
                  <a:pt x="371172" y="423349"/>
                </a:lnTo>
                <a:lnTo>
                  <a:pt x="357063" y="401626"/>
                </a:lnTo>
                <a:lnTo>
                  <a:pt x="358809" y="395899"/>
                </a:lnTo>
                <a:lnTo>
                  <a:pt x="359298" y="387796"/>
                </a:lnTo>
                <a:lnTo>
                  <a:pt x="375433" y="373268"/>
                </a:lnTo>
                <a:lnTo>
                  <a:pt x="392546" y="278554"/>
                </a:lnTo>
                <a:lnTo>
                  <a:pt x="385002" y="224981"/>
                </a:lnTo>
                <a:lnTo>
                  <a:pt x="387726" y="153736"/>
                </a:lnTo>
                <a:lnTo>
                  <a:pt x="369356" y="58673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País CL"/>
          <p:cNvSpPr/>
          <p:nvPr/>
        </p:nvSpPr>
        <p:spPr>
          <a:xfrm>
            <a:off x="4123457" y="7868661"/>
            <a:ext cx="228613" cy="165749"/>
          </a:xfrm>
          <a:custGeom>
            <a:avLst/>
            <a:gdLst/>
            <a:ahLst/>
            <a:cxnLst/>
            <a:rect l="l" t="t" r="r" b="b"/>
            <a:pathLst>
              <a:path w="228613" h="165749">
                <a:moveTo>
                  <a:pt x="228613" y="11595"/>
                </a:moveTo>
                <a:lnTo>
                  <a:pt x="226867" y="165400"/>
                </a:lnTo>
                <a:lnTo>
                  <a:pt x="168753" y="165749"/>
                </a:lnTo>
                <a:lnTo>
                  <a:pt x="161699" y="162466"/>
                </a:lnTo>
                <a:lnTo>
                  <a:pt x="152129" y="155412"/>
                </a:lnTo>
                <a:lnTo>
                  <a:pt x="130756" y="162676"/>
                </a:lnTo>
                <a:lnTo>
                  <a:pt x="113154" y="158206"/>
                </a:lnTo>
                <a:lnTo>
                  <a:pt x="98067" y="162327"/>
                </a:lnTo>
                <a:lnTo>
                  <a:pt x="0" y="147798"/>
                </a:lnTo>
                <a:lnTo>
                  <a:pt x="7055" y="135994"/>
                </a:lnTo>
                <a:lnTo>
                  <a:pt x="22911" y="140394"/>
                </a:lnTo>
                <a:lnTo>
                  <a:pt x="77182" y="128660"/>
                </a:lnTo>
                <a:lnTo>
                  <a:pt x="84028" y="130057"/>
                </a:lnTo>
                <a:lnTo>
                  <a:pt x="84726" y="134667"/>
                </a:lnTo>
                <a:lnTo>
                  <a:pt x="83748" y="139696"/>
                </a:lnTo>
                <a:lnTo>
                  <a:pt x="111129" y="142699"/>
                </a:lnTo>
                <a:lnTo>
                  <a:pt x="72712" y="113503"/>
                </a:lnTo>
                <a:lnTo>
                  <a:pt x="72922" y="105470"/>
                </a:lnTo>
                <a:lnTo>
                  <a:pt x="72153" y="97717"/>
                </a:lnTo>
                <a:lnTo>
                  <a:pt x="87799" y="93317"/>
                </a:lnTo>
                <a:lnTo>
                  <a:pt x="84237" y="86681"/>
                </a:lnTo>
                <a:lnTo>
                  <a:pt x="89546" y="81722"/>
                </a:lnTo>
                <a:lnTo>
                  <a:pt x="95832" y="79766"/>
                </a:lnTo>
                <a:lnTo>
                  <a:pt x="101839" y="98346"/>
                </a:lnTo>
                <a:lnTo>
                  <a:pt x="106379" y="104842"/>
                </a:lnTo>
                <a:lnTo>
                  <a:pt x="100582" y="106169"/>
                </a:lnTo>
                <a:lnTo>
                  <a:pt x="88777" y="106099"/>
                </a:lnTo>
                <a:lnTo>
                  <a:pt x="95553" y="115319"/>
                </a:lnTo>
                <a:lnTo>
                  <a:pt x="120977" y="132292"/>
                </a:lnTo>
                <a:lnTo>
                  <a:pt x="150872" y="127053"/>
                </a:lnTo>
                <a:lnTo>
                  <a:pt x="185098" y="144655"/>
                </a:lnTo>
                <a:lnTo>
                  <a:pt x="199696" y="134178"/>
                </a:lnTo>
                <a:lnTo>
                  <a:pt x="189149" y="130476"/>
                </a:lnTo>
                <a:lnTo>
                  <a:pt x="133829" y="113363"/>
                </a:lnTo>
                <a:lnTo>
                  <a:pt x="126775" y="106588"/>
                </a:lnTo>
                <a:lnTo>
                  <a:pt x="122234" y="97927"/>
                </a:lnTo>
                <a:lnTo>
                  <a:pt x="122444" y="89126"/>
                </a:lnTo>
                <a:lnTo>
                  <a:pt x="126495" y="86332"/>
                </a:lnTo>
                <a:lnTo>
                  <a:pt x="175529" y="70826"/>
                </a:lnTo>
                <a:lnTo>
                  <a:pt x="178043" y="69429"/>
                </a:lnTo>
                <a:lnTo>
                  <a:pt x="177833" y="64958"/>
                </a:lnTo>
                <a:lnTo>
                  <a:pt x="158206" y="59301"/>
                </a:lnTo>
                <a:lnTo>
                  <a:pt x="109871" y="62304"/>
                </a:lnTo>
                <a:lnTo>
                  <a:pt x="103864" y="57205"/>
                </a:lnTo>
                <a:lnTo>
                  <a:pt x="100582" y="50290"/>
                </a:lnTo>
                <a:lnTo>
                  <a:pt x="100582" y="45960"/>
                </a:lnTo>
                <a:lnTo>
                  <a:pt x="101839" y="41909"/>
                </a:lnTo>
                <a:lnTo>
                  <a:pt x="123701" y="31850"/>
                </a:lnTo>
                <a:lnTo>
                  <a:pt x="106379" y="18509"/>
                </a:lnTo>
                <a:lnTo>
                  <a:pt x="137322" y="23399"/>
                </a:lnTo>
                <a:lnTo>
                  <a:pt x="173782" y="0"/>
                </a:lnTo>
                <a:lnTo>
                  <a:pt x="191105" y="12712"/>
                </a:lnTo>
                <a:lnTo>
                  <a:pt x="197181" y="13201"/>
                </a:lnTo>
                <a:lnTo>
                  <a:pt x="217298" y="6286"/>
                </a:lnTo>
                <a:lnTo>
                  <a:pt x="228613" y="11595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País CL"/>
          <p:cNvSpPr/>
          <p:nvPr/>
        </p:nvSpPr>
        <p:spPr>
          <a:xfrm>
            <a:off x="4374910" y="8042652"/>
            <a:ext cx="85285" cy="22072"/>
          </a:xfrm>
          <a:custGeom>
            <a:avLst/>
            <a:gdLst/>
            <a:ahLst/>
            <a:cxnLst/>
            <a:rect l="l" t="t" r="r" b="b"/>
            <a:pathLst>
              <a:path w="85285" h="22072">
                <a:moveTo>
                  <a:pt x="85285" y="12363"/>
                </a:moveTo>
                <a:lnTo>
                  <a:pt x="67194" y="22072"/>
                </a:lnTo>
                <a:lnTo>
                  <a:pt x="56368" y="14040"/>
                </a:lnTo>
                <a:lnTo>
                  <a:pt x="37229" y="19767"/>
                </a:lnTo>
                <a:lnTo>
                  <a:pt x="16135" y="17113"/>
                </a:lnTo>
                <a:lnTo>
                  <a:pt x="0" y="210"/>
                </a:lnTo>
                <a:lnTo>
                  <a:pt x="73690" y="0"/>
                </a:lnTo>
                <a:lnTo>
                  <a:pt x="85285" y="12363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País CL"/>
          <p:cNvSpPr/>
          <p:nvPr/>
        </p:nvSpPr>
        <p:spPr>
          <a:xfrm>
            <a:off x="3949955" y="7121916"/>
            <a:ext cx="67124" cy="109172"/>
          </a:xfrm>
          <a:custGeom>
            <a:avLst/>
            <a:gdLst/>
            <a:ahLst/>
            <a:cxnLst/>
            <a:rect l="l" t="t" r="r" b="b"/>
            <a:pathLst>
              <a:path w="67124" h="109172">
                <a:moveTo>
                  <a:pt x="42747" y="108334"/>
                </a:moveTo>
                <a:lnTo>
                  <a:pt x="18859" y="109172"/>
                </a:lnTo>
                <a:lnTo>
                  <a:pt x="0" y="100301"/>
                </a:lnTo>
                <a:lnTo>
                  <a:pt x="12363" y="75715"/>
                </a:lnTo>
                <a:lnTo>
                  <a:pt x="24377" y="0"/>
                </a:lnTo>
                <a:lnTo>
                  <a:pt x="45750" y="5727"/>
                </a:lnTo>
                <a:lnTo>
                  <a:pt x="59860" y="7054"/>
                </a:lnTo>
                <a:lnTo>
                  <a:pt x="67124" y="27799"/>
                </a:lnTo>
                <a:lnTo>
                  <a:pt x="66146" y="33736"/>
                </a:lnTo>
                <a:lnTo>
                  <a:pt x="59580" y="36251"/>
                </a:lnTo>
                <a:lnTo>
                  <a:pt x="60139" y="41769"/>
                </a:lnTo>
                <a:lnTo>
                  <a:pt x="63911" y="46798"/>
                </a:lnTo>
                <a:lnTo>
                  <a:pt x="41769" y="55180"/>
                </a:lnTo>
                <a:lnTo>
                  <a:pt x="66425" y="79696"/>
                </a:lnTo>
                <a:lnTo>
                  <a:pt x="44493" y="95342"/>
                </a:lnTo>
                <a:lnTo>
                  <a:pt x="45261" y="104562"/>
                </a:lnTo>
                <a:lnTo>
                  <a:pt x="42747" y="108334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País CL"/>
          <p:cNvSpPr/>
          <p:nvPr/>
        </p:nvSpPr>
        <p:spPr>
          <a:xfrm>
            <a:off x="3867255" y="7606451"/>
            <a:ext cx="77671" cy="89895"/>
          </a:xfrm>
          <a:custGeom>
            <a:avLst/>
            <a:gdLst/>
            <a:ahLst/>
            <a:cxnLst/>
            <a:rect l="l" t="t" r="r" b="b"/>
            <a:pathLst>
              <a:path w="77671" h="89895">
                <a:moveTo>
                  <a:pt x="76414" y="28987"/>
                </a:moveTo>
                <a:lnTo>
                  <a:pt x="73131" y="62235"/>
                </a:lnTo>
                <a:lnTo>
                  <a:pt x="77671" y="66985"/>
                </a:lnTo>
                <a:lnTo>
                  <a:pt x="68102" y="89057"/>
                </a:lnTo>
                <a:lnTo>
                  <a:pt x="60558" y="89895"/>
                </a:lnTo>
                <a:lnTo>
                  <a:pt x="56297" y="89406"/>
                </a:lnTo>
                <a:lnTo>
                  <a:pt x="48265" y="69359"/>
                </a:lnTo>
                <a:lnTo>
                  <a:pt x="59091" y="48265"/>
                </a:lnTo>
                <a:lnTo>
                  <a:pt x="57834" y="48195"/>
                </a:lnTo>
                <a:lnTo>
                  <a:pt x="42468" y="55949"/>
                </a:lnTo>
                <a:lnTo>
                  <a:pt x="37718" y="77182"/>
                </a:lnTo>
                <a:lnTo>
                  <a:pt x="1467" y="73969"/>
                </a:lnTo>
                <a:lnTo>
                  <a:pt x="0" y="67473"/>
                </a:lnTo>
                <a:lnTo>
                  <a:pt x="3492" y="62095"/>
                </a:lnTo>
                <a:lnTo>
                  <a:pt x="16344" y="62584"/>
                </a:lnTo>
                <a:lnTo>
                  <a:pt x="18370" y="53294"/>
                </a:lnTo>
                <a:lnTo>
                  <a:pt x="7264" y="43795"/>
                </a:lnTo>
                <a:lnTo>
                  <a:pt x="33667" y="37648"/>
                </a:lnTo>
                <a:lnTo>
                  <a:pt x="33178" y="31711"/>
                </a:lnTo>
                <a:lnTo>
                  <a:pt x="25145" y="28987"/>
                </a:lnTo>
                <a:lnTo>
                  <a:pt x="43236" y="15926"/>
                </a:lnTo>
                <a:lnTo>
                  <a:pt x="43725" y="10966"/>
                </a:lnTo>
                <a:lnTo>
                  <a:pt x="41210" y="6077"/>
                </a:lnTo>
                <a:lnTo>
                  <a:pt x="41979" y="4121"/>
                </a:lnTo>
                <a:lnTo>
                  <a:pt x="47008" y="0"/>
                </a:lnTo>
                <a:lnTo>
                  <a:pt x="71385" y="2445"/>
                </a:lnTo>
                <a:lnTo>
                  <a:pt x="72642" y="5588"/>
                </a:lnTo>
                <a:lnTo>
                  <a:pt x="76414" y="28987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País CL"/>
          <p:cNvSpPr/>
          <p:nvPr/>
        </p:nvSpPr>
        <p:spPr>
          <a:xfrm>
            <a:off x="3861737" y="7556650"/>
            <a:ext cx="34435" cy="52106"/>
          </a:xfrm>
          <a:custGeom>
            <a:avLst/>
            <a:gdLst/>
            <a:ahLst/>
            <a:cxnLst/>
            <a:rect l="l" t="t" r="r" b="b"/>
            <a:pathLst>
              <a:path w="34435" h="52106">
                <a:moveTo>
                  <a:pt x="9779" y="52036"/>
                </a:moveTo>
                <a:lnTo>
                  <a:pt x="1746" y="52106"/>
                </a:lnTo>
                <a:lnTo>
                  <a:pt x="0" y="39673"/>
                </a:lnTo>
                <a:lnTo>
                  <a:pt x="9010" y="21583"/>
                </a:lnTo>
                <a:lnTo>
                  <a:pt x="6286" y="3632"/>
                </a:lnTo>
                <a:lnTo>
                  <a:pt x="18091" y="0"/>
                </a:lnTo>
                <a:lnTo>
                  <a:pt x="34435" y="28358"/>
                </a:lnTo>
                <a:lnTo>
                  <a:pt x="34156" y="42188"/>
                </a:lnTo>
                <a:lnTo>
                  <a:pt x="9779" y="52036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País CL"/>
          <p:cNvSpPr/>
          <p:nvPr/>
        </p:nvSpPr>
        <p:spPr>
          <a:xfrm>
            <a:off x="3927324" y="7888428"/>
            <a:ext cx="109871" cy="40861"/>
          </a:xfrm>
          <a:custGeom>
            <a:avLst/>
            <a:gdLst/>
            <a:ahLst/>
            <a:cxnLst/>
            <a:rect l="l" t="t" r="r" b="b"/>
            <a:pathLst>
              <a:path w="109871" h="40861">
                <a:moveTo>
                  <a:pt x="22631" y="10756"/>
                </a:moveTo>
                <a:lnTo>
                  <a:pt x="73690" y="20954"/>
                </a:lnTo>
                <a:lnTo>
                  <a:pt x="109871" y="40861"/>
                </a:lnTo>
                <a:lnTo>
                  <a:pt x="79697" y="37578"/>
                </a:lnTo>
                <a:lnTo>
                  <a:pt x="58882" y="22910"/>
                </a:lnTo>
                <a:lnTo>
                  <a:pt x="30663" y="21792"/>
                </a:lnTo>
                <a:lnTo>
                  <a:pt x="0" y="0"/>
                </a:lnTo>
                <a:lnTo>
                  <a:pt x="22631" y="10756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País CL"/>
          <p:cNvSpPr/>
          <p:nvPr/>
        </p:nvSpPr>
        <p:spPr>
          <a:xfrm>
            <a:off x="3892121" y="7544915"/>
            <a:ext cx="45261" cy="54202"/>
          </a:xfrm>
          <a:custGeom>
            <a:avLst/>
            <a:gdLst/>
            <a:ahLst/>
            <a:cxnLst/>
            <a:rect l="l" t="t" r="r" b="b"/>
            <a:pathLst>
              <a:path w="45261" h="54202">
                <a:moveTo>
                  <a:pt x="45261" y="51758"/>
                </a:moveTo>
                <a:lnTo>
                  <a:pt x="20395" y="54202"/>
                </a:lnTo>
                <a:lnTo>
                  <a:pt x="0" y="20326"/>
                </a:lnTo>
                <a:lnTo>
                  <a:pt x="1048" y="8591"/>
                </a:lnTo>
                <a:lnTo>
                  <a:pt x="26891" y="0"/>
                </a:lnTo>
                <a:lnTo>
                  <a:pt x="25634" y="11874"/>
                </a:lnTo>
                <a:lnTo>
                  <a:pt x="42747" y="36251"/>
                </a:lnTo>
                <a:lnTo>
                  <a:pt x="45261" y="51758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País CL"/>
          <p:cNvSpPr/>
          <p:nvPr/>
        </p:nvSpPr>
        <p:spPr>
          <a:xfrm>
            <a:off x="3987673" y="7932083"/>
            <a:ext cx="114690" cy="50989"/>
          </a:xfrm>
          <a:custGeom>
            <a:avLst/>
            <a:gdLst/>
            <a:ahLst/>
            <a:cxnLst/>
            <a:rect l="l" t="t" r="r" b="b"/>
            <a:pathLst>
              <a:path w="114690" h="50989">
                <a:moveTo>
                  <a:pt x="64400" y="6146"/>
                </a:moveTo>
                <a:lnTo>
                  <a:pt x="66425" y="11734"/>
                </a:lnTo>
                <a:lnTo>
                  <a:pt x="67403" y="12852"/>
                </a:lnTo>
                <a:lnTo>
                  <a:pt x="95342" y="13550"/>
                </a:lnTo>
                <a:lnTo>
                  <a:pt x="114690" y="28847"/>
                </a:lnTo>
                <a:lnTo>
                  <a:pt x="100371" y="42537"/>
                </a:lnTo>
                <a:lnTo>
                  <a:pt x="70197" y="50989"/>
                </a:lnTo>
                <a:lnTo>
                  <a:pt x="61885" y="46868"/>
                </a:lnTo>
                <a:lnTo>
                  <a:pt x="75715" y="32828"/>
                </a:lnTo>
                <a:lnTo>
                  <a:pt x="56367" y="30663"/>
                </a:lnTo>
                <a:lnTo>
                  <a:pt x="53294" y="42188"/>
                </a:lnTo>
                <a:lnTo>
                  <a:pt x="50779" y="43026"/>
                </a:lnTo>
                <a:lnTo>
                  <a:pt x="44284" y="41350"/>
                </a:lnTo>
                <a:lnTo>
                  <a:pt x="37718" y="38416"/>
                </a:lnTo>
                <a:lnTo>
                  <a:pt x="37229" y="23399"/>
                </a:lnTo>
                <a:lnTo>
                  <a:pt x="0" y="10617"/>
                </a:lnTo>
                <a:lnTo>
                  <a:pt x="11106" y="2305"/>
                </a:lnTo>
                <a:lnTo>
                  <a:pt x="27939" y="1047"/>
                </a:lnTo>
                <a:lnTo>
                  <a:pt x="33457" y="5308"/>
                </a:lnTo>
                <a:lnTo>
                  <a:pt x="52037" y="8242"/>
                </a:lnTo>
                <a:lnTo>
                  <a:pt x="55320" y="0"/>
                </a:lnTo>
                <a:lnTo>
                  <a:pt x="64400" y="6146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País CL"/>
          <p:cNvSpPr/>
          <p:nvPr/>
        </p:nvSpPr>
        <p:spPr>
          <a:xfrm>
            <a:off x="3899664" y="7808871"/>
            <a:ext cx="39744" cy="45331"/>
          </a:xfrm>
          <a:custGeom>
            <a:avLst/>
            <a:gdLst/>
            <a:ahLst/>
            <a:cxnLst/>
            <a:rect l="l" t="t" r="r" b="b"/>
            <a:pathLst>
              <a:path w="39744" h="45331">
                <a:moveTo>
                  <a:pt x="19907" y="0"/>
                </a:moveTo>
                <a:lnTo>
                  <a:pt x="22631" y="13550"/>
                </a:lnTo>
                <a:lnTo>
                  <a:pt x="39744" y="23399"/>
                </a:lnTo>
                <a:lnTo>
                  <a:pt x="28708" y="45331"/>
                </a:lnTo>
                <a:lnTo>
                  <a:pt x="17881" y="44703"/>
                </a:lnTo>
                <a:lnTo>
                  <a:pt x="0" y="11176"/>
                </a:lnTo>
                <a:lnTo>
                  <a:pt x="19907" y="0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País CL"/>
          <p:cNvSpPr/>
          <p:nvPr/>
        </p:nvSpPr>
        <p:spPr>
          <a:xfrm>
            <a:off x="4257775" y="8035947"/>
            <a:ext cx="134737" cy="53224"/>
          </a:xfrm>
          <a:custGeom>
            <a:avLst/>
            <a:gdLst/>
            <a:ahLst/>
            <a:cxnLst/>
            <a:rect l="l" t="t" r="r" b="b"/>
            <a:pathLst>
              <a:path w="134737" h="53224">
                <a:moveTo>
                  <a:pt x="19348" y="2724"/>
                </a:moveTo>
                <a:lnTo>
                  <a:pt x="75436" y="9639"/>
                </a:lnTo>
                <a:lnTo>
                  <a:pt x="92549" y="5378"/>
                </a:lnTo>
                <a:lnTo>
                  <a:pt x="106379" y="5518"/>
                </a:lnTo>
                <a:lnTo>
                  <a:pt x="110360" y="11315"/>
                </a:lnTo>
                <a:lnTo>
                  <a:pt x="96530" y="17252"/>
                </a:lnTo>
                <a:lnTo>
                  <a:pt x="95273" y="19208"/>
                </a:lnTo>
                <a:lnTo>
                  <a:pt x="118393" y="26123"/>
                </a:lnTo>
                <a:lnTo>
                  <a:pt x="115668" y="29825"/>
                </a:lnTo>
                <a:lnTo>
                  <a:pt x="115389" y="31571"/>
                </a:lnTo>
                <a:lnTo>
                  <a:pt x="132013" y="41769"/>
                </a:lnTo>
                <a:lnTo>
                  <a:pt x="134737" y="53224"/>
                </a:lnTo>
                <a:lnTo>
                  <a:pt x="114621" y="43585"/>
                </a:lnTo>
                <a:lnTo>
                  <a:pt x="77671" y="39813"/>
                </a:lnTo>
                <a:lnTo>
                  <a:pt x="76204" y="25145"/>
                </a:lnTo>
                <a:lnTo>
                  <a:pt x="55040" y="20256"/>
                </a:lnTo>
                <a:lnTo>
                  <a:pt x="47776" y="19906"/>
                </a:lnTo>
                <a:lnTo>
                  <a:pt x="43515" y="27450"/>
                </a:lnTo>
                <a:lnTo>
                  <a:pt x="43236" y="29336"/>
                </a:lnTo>
                <a:lnTo>
                  <a:pt x="47497" y="34086"/>
                </a:lnTo>
                <a:lnTo>
                  <a:pt x="55809" y="41489"/>
                </a:lnTo>
                <a:lnTo>
                  <a:pt x="36461" y="37997"/>
                </a:lnTo>
                <a:lnTo>
                  <a:pt x="22352" y="24307"/>
                </a:lnTo>
                <a:lnTo>
                  <a:pt x="0" y="18579"/>
                </a:lnTo>
                <a:lnTo>
                  <a:pt x="6496" y="0"/>
                </a:lnTo>
                <a:lnTo>
                  <a:pt x="19348" y="2724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País CL"/>
          <p:cNvSpPr/>
          <p:nvPr/>
        </p:nvSpPr>
        <p:spPr>
          <a:xfrm>
            <a:off x="4101874" y="7966378"/>
            <a:ext cx="84237" cy="34156"/>
          </a:xfrm>
          <a:custGeom>
            <a:avLst/>
            <a:gdLst/>
            <a:ahLst/>
            <a:cxnLst/>
            <a:rect l="l" t="t" r="r" b="b"/>
            <a:pathLst>
              <a:path w="84237" h="34156">
                <a:moveTo>
                  <a:pt x="57276" y="10268"/>
                </a:moveTo>
                <a:lnTo>
                  <a:pt x="72922" y="15856"/>
                </a:lnTo>
                <a:lnTo>
                  <a:pt x="82980" y="15856"/>
                </a:lnTo>
                <a:lnTo>
                  <a:pt x="82980" y="19278"/>
                </a:lnTo>
                <a:lnTo>
                  <a:pt x="84237" y="25215"/>
                </a:lnTo>
                <a:lnTo>
                  <a:pt x="74668" y="34156"/>
                </a:lnTo>
                <a:lnTo>
                  <a:pt x="63353" y="29965"/>
                </a:lnTo>
                <a:lnTo>
                  <a:pt x="51548" y="24098"/>
                </a:lnTo>
                <a:lnTo>
                  <a:pt x="18301" y="29127"/>
                </a:lnTo>
                <a:lnTo>
                  <a:pt x="0" y="11385"/>
                </a:lnTo>
                <a:lnTo>
                  <a:pt x="15088" y="0"/>
                </a:lnTo>
                <a:lnTo>
                  <a:pt x="57276" y="10268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País CL"/>
          <p:cNvSpPr/>
          <p:nvPr/>
        </p:nvSpPr>
        <p:spPr>
          <a:xfrm>
            <a:off x="3933890" y="7285779"/>
            <a:ext cx="63841" cy="82700"/>
          </a:xfrm>
          <a:custGeom>
            <a:avLst/>
            <a:gdLst/>
            <a:ahLst/>
            <a:cxnLst/>
            <a:rect l="l" t="t" r="r" b="b"/>
            <a:pathLst>
              <a:path w="63841" h="82700">
                <a:moveTo>
                  <a:pt x="61606" y="17672"/>
                </a:moveTo>
                <a:lnTo>
                  <a:pt x="44214" y="24726"/>
                </a:lnTo>
                <a:lnTo>
                  <a:pt x="43236" y="27730"/>
                </a:lnTo>
                <a:lnTo>
                  <a:pt x="42956" y="31362"/>
                </a:lnTo>
                <a:lnTo>
                  <a:pt x="55040" y="48824"/>
                </a:lnTo>
                <a:lnTo>
                  <a:pt x="60349" y="78649"/>
                </a:lnTo>
                <a:lnTo>
                  <a:pt x="36181" y="82700"/>
                </a:lnTo>
                <a:lnTo>
                  <a:pt x="36670" y="73690"/>
                </a:lnTo>
                <a:lnTo>
                  <a:pt x="0" y="35413"/>
                </a:lnTo>
                <a:lnTo>
                  <a:pt x="9569" y="31013"/>
                </a:lnTo>
                <a:lnTo>
                  <a:pt x="8032" y="23259"/>
                </a:lnTo>
                <a:lnTo>
                  <a:pt x="36181" y="17322"/>
                </a:lnTo>
                <a:lnTo>
                  <a:pt x="35413" y="9430"/>
                </a:lnTo>
                <a:lnTo>
                  <a:pt x="37229" y="3143"/>
                </a:lnTo>
                <a:lnTo>
                  <a:pt x="43515" y="0"/>
                </a:lnTo>
                <a:lnTo>
                  <a:pt x="63841" y="9290"/>
                </a:lnTo>
                <a:lnTo>
                  <a:pt x="63631" y="12852"/>
                </a:lnTo>
                <a:lnTo>
                  <a:pt x="61606" y="17672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País CL"/>
          <p:cNvSpPr/>
          <p:nvPr/>
        </p:nvSpPr>
        <p:spPr>
          <a:xfrm>
            <a:off x="4015612" y="7300447"/>
            <a:ext cx="46728" cy="35483"/>
          </a:xfrm>
          <a:custGeom>
            <a:avLst/>
            <a:gdLst/>
            <a:ahLst/>
            <a:cxnLst/>
            <a:rect l="l" t="t" r="r" b="b"/>
            <a:pathLst>
              <a:path w="46728" h="35483">
                <a:moveTo>
                  <a:pt x="32200" y="29965"/>
                </a:moveTo>
                <a:lnTo>
                  <a:pt x="15087" y="35483"/>
                </a:lnTo>
                <a:lnTo>
                  <a:pt x="6775" y="33667"/>
                </a:lnTo>
                <a:lnTo>
                  <a:pt x="3492" y="29546"/>
                </a:lnTo>
                <a:lnTo>
                  <a:pt x="1746" y="26053"/>
                </a:lnTo>
                <a:lnTo>
                  <a:pt x="0" y="20256"/>
                </a:lnTo>
                <a:lnTo>
                  <a:pt x="13062" y="0"/>
                </a:lnTo>
                <a:lnTo>
                  <a:pt x="46728" y="11036"/>
                </a:lnTo>
                <a:lnTo>
                  <a:pt x="32200" y="29965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País CL"/>
          <p:cNvSpPr/>
          <p:nvPr/>
        </p:nvSpPr>
        <p:spPr>
          <a:xfrm>
            <a:off x="3876545" y="7728615"/>
            <a:ext cx="22351" cy="20326"/>
          </a:xfrm>
          <a:custGeom>
            <a:avLst/>
            <a:gdLst/>
            <a:ahLst/>
            <a:cxnLst/>
            <a:rect l="l" t="t" r="r" b="b"/>
            <a:pathLst>
              <a:path w="22351" h="20326">
                <a:moveTo>
                  <a:pt x="9289" y="13900"/>
                </a:moveTo>
                <a:lnTo>
                  <a:pt x="7543" y="20326"/>
                </a:lnTo>
                <a:lnTo>
                  <a:pt x="1746" y="19767"/>
                </a:lnTo>
                <a:lnTo>
                  <a:pt x="0" y="18161"/>
                </a:lnTo>
                <a:lnTo>
                  <a:pt x="768" y="0"/>
                </a:lnTo>
                <a:lnTo>
                  <a:pt x="22351" y="2026"/>
                </a:lnTo>
                <a:lnTo>
                  <a:pt x="9289" y="13900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País CL"/>
          <p:cNvSpPr/>
          <p:nvPr/>
        </p:nvSpPr>
        <p:spPr>
          <a:xfrm>
            <a:off x="3862226" y="7609245"/>
            <a:ext cx="37438" cy="29616"/>
          </a:xfrm>
          <a:custGeom>
            <a:avLst/>
            <a:gdLst/>
            <a:ahLst/>
            <a:cxnLst/>
            <a:rect l="l" t="t" r="r" b="b"/>
            <a:pathLst>
              <a:path w="37438" h="29616">
                <a:moveTo>
                  <a:pt x="37438" y="4540"/>
                </a:moveTo>
                <a:lnTo>
                  <a:pt x="17602" y="27101"/>
                </a:lnTo>
                <a:lnTo>
                  <a:pt x="0" y="29616"/>
                </a:lnTo>
                <a:lnTo>
                  <a:pt x="4750" y="25634"/>
                </a:lnTo>
                <a:lnTo>
                  <a:pt x="10826" y="21723"/>
                </a:lnTo>
                <a:lnTo>
                  <a:pt x="209" y="11944"/>
                </a:lnTo>
                <a:lnTo>
                  <a:pt x="1467" y="7893"/>
                </a:lnTo>
                <a:lnTo>
                  <a:pt x="3981" y="6077"/>
                </a:lnTo>
                <a:lnTo>
                  <a:pt x="36461" y="0"/>
                </a:lnTo>
                <a:lnTo>
                  <a:pt x="37438" y="4540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País CL"/>
          <p:cNvSpPr/>
          <p:nvPr/>
        </p:nvSpPr>
        <p:spPr>
          <a:xfrm>
            <a:off x="3888838" y="7536044"/>
            <a:ext cx="23399" cy="7963"/>
          </a:xfrm>
          <a:custGeom>
            <a:avLst/>
            <a:gdLst/>
            <a:ahLst/>
            <a:cxnLst/>
            <a:rect l="l" t="t" r="r" b="b"/>
            <a:pathLst>
              <a:path w="23399" h="7963">
                <a:moveTo>
                  <a:pt x="10337" y="7963"/>
                </a:moveTo>
                <a:lnTo>
                  <a:pt x="0" y="2794"/>
                </a:lnTo>
                <a:lnTo>
                  <a:pt x="4051" y="210"/>
                </a:lnTo>
                <a:lnTo>
                  <a:pt x="23399" y="0"/>
                </a:lnTo>
                <a:lnTo>
                  <a:pt x="10337" y="7963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País CL"/>
          <p:cNvSpPr/>
          <p:nvPr/>
        </p:nvSpPr>
        <p:spPr>
          <a:xfrm>
            <a:off x="3989698" y="7314976"/>
            <a:ext cx="12853" cy="18300"/>
          </a:xfrm>
          <a:custGeom>
            <a:avLst/>
            <a:gdLst/>
            <a:ahLst/>
            <a:cxnLst/>
            <a:rect l="l" t="t" r="r" b="b"/>
            <a:pathLst>
              <a:path w="12853" h="18300">
                <a:moveTo>
                  <a:pt x="12853" y="18300"/>
                </a:moveTo>
                <a:lnTo>
                  <a:pt x="0" y="6565"/>
                </a:lnTo>
                <a:lnTo>
                  <a:pt x="0" y="3911"/>
                </a:lnTo>
                <a:lnTo>
                  <a:pt x="2515" y="0"/>
                </a:lnTo>
                <a:lnTo>
                  <a:pt x="12294" y="3632"/>
                </a:lnTo>
                <a:lnTo>
                  <a:pt x="12853" y="18300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País CL"/>
          <p:cNvSpPr/>
          <p:nvPr/>
        </p:nvSpPr>
        <p:spPr>
          <a:xfrm>
            <a:off x="3886882" y="7779255"/>
            <a:ext cx="50989" cy="29267"/>
          </a:xfrm>
          <a:custGeom>
            <a:avLst/>
            <a:gdLst/>
            <a:ahLst/>
            <a:cxnLst/>
            <a:rect l="l" t="t" r="r" b="b"/>
            <a:pathLst>
              <a:path w="50989" h="29267">
                <a:moveTo>
                  <a:pt x="50989" y="4960"/>
                </a:moveTo>
                <a:lnTo>
                  <a:pt x="46729" y="13202"/>
                </a:lnTo>
                <a:lnTo>
                  <a:pt x="16834" y="13481"/>
                </a:lnTo>
                <a:lnTo>
                  <a:pt x="0" y="29267"/>
                </a:lnTo>
                <a:lnTo>
                  <a:pt x="9500" y="5099"/>
                </a:lnTo>
                <a:lnTo>
                  <a:pt x="47217" y="0"/>
                </a:lnTo>
                <a:lnTo>
                  <a:pt x="50291" y="2794"/>
                </a:lnTo>
                <a:lnTo>
                  <a:pt x="50989" y="4960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País CL"/>
          <p:cNvSpPr/>
          <p:nvPr/>
        </p:nvSpPr>
        <p:spPr>
          <a:xfrm>
            <a:off x="3875776" y="7695857"/>
            <a:ext cx="42538" cy="23119"/>
          </a:xfrm>
          <a:custGeom>
            <a:avLst/>
            <a:gdLst/>
            <a:ahLst/>
            <a:cxnLst/>
            <a:rect l="l" t="t" r="r" b="b"/>
            <a:pathLst>
              <a:path w="42538" h="23119">
                <a:moveTo>
                  <a:pt x="27451" y="19906"/>
                </a:moveTo>
                <a:lnTo>
                  <a:pt x="0" y="23119"/>
                </a:lnTo>
                <a:lnTo>
                  <a:pt x="8592" y="0"/>
                </a:lnTo>
                <a:lnTo>
                  <a:pt x="40023" y="6775"/>
                </a:lnTo>
                <a:lnTo>
                  <a:pt x="42538" y="12991"/>
                </a:lnTo>
                <a:lnTo>
                  <a:pt x="33947" y="15785"/>
                </a:lnTo>
                <a:lnTo>
                  <a:pt x="27451" y="19906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País CL"/>
          <p:cNvSpPr/>
          <p:nvPr/>
        </p:nvSpPr>
        <p:spPr>
          <a:xfrm>
            <a:off x="3966788" y="7263847"/>
            <a:ext cx="23399" cy="6635"/>
          </a:xfrm>
          <a:custGeom>
            <a:avLst/>
            <a:gdLst/>
            <a:ahLst/>
            <a:cxnLst/>
            <a:rect l="l" t="t" r="r" b="b"/>
            <a:pathLst>
              <a:path w="23399" h="6635">
                <a:moveTo>
                  <a:pt x="23399" y="0"/>
                </a:moveTo>
                <a:lnTo>
                  <a:pt x="13132" y="6635"/>
                </a:lnTo>
                <a:lnTo>
                  <a:pt x="1816" y="4191"/>
                </a:lnTo>
                <a:lnTo>
                  <a:pt x="0" y="3143"/>
                </a:lnTo>
                <a:lnTo>
                  <a:pt x="23399" y="0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País CL"/>
          <p:cNvSpPr/>
          <p:nvPr/>
        </p:nvSpPr>
        <p:spPr>
          <a:xfrm>
            <a:off x="3943669" y="7815506"/>
            <a:ext cx="23399" cy="14459"/>
          </a:xfrm>
          <a:custGeom>
            <a:avLst/>
            <a:gdLst/>
            <a:ahLst/>
            <a:cxnLst/>
            <a:rect l="l" t="t" r="r" b="b"/>
            <a:pathLst>
              <a:path w="23399" h="14459">
                <a:moveTo>
                  <a:pt x="23399" y="14459"/>
                </a:moveTo>
                <a:lnTo>
                  <a:pt x="3562" y="8382"/>
                </a:lnTo>
                <a:lnTo>
                  <a:pt x="2794" y="4610"/>
                </a:lnTo>
                <a:lnTo>
                  <a:pt x="0" y="0"/>
                </a:lnTo>
                <a:lnTo>
                  <a:pt x="23399" y="14459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País CL"/>
          <p:cNvSpPr/>
          <p:nvPr/>
        </p:nvSpPr>
        <p:spPr>
          <a:xfrm>
            <a:off x="3928861" y="7357792"/>
            <a:ext cx="31920" cy="40861"/>
          </a:xfrm>
          <a:custGeom>
            <a:avLst/>
            <a:gdLst/>
            <a:ahLst/>
            <a:cxnLst/>
            <a:rect l="l" t="t" r="r" b="b"/>
            <a:pathLst>
              <a:path w="31920" h="40861">
                <a:moveTo>
                  <a:pt x="26123" y="36251"/>
                </a:moveTo>
                <a:lnTo>
                  <a:pt x="22351" y="39395"/>
                </a:lnTo>
                <a:lnTo>
                  <a:pt x="15576" y="40861"/>
                </a:lnTo>
                <a:lnTo>
                  <a:pt x="8801" y="38417"/>
                </a:lnTo>
                <a:lnTo>
                  <a:pt x="768" y="39534"/>
                </a:lnTo>
                <a:lnTo>
                  <a:pt x="0" y="34296"/>
                </a:lnTo>
                <a:lnTo>
                  <a:pt x="13550" y="17672"/>
                </a:lnTo>
                <a:lnTo>
                  <a:pt x="13061" y="7893"/>
                </a:lnTo>
                <a:lnTo>
                  <a:pt x="26402" y="0"/>
                </a:lnTo>
                <a:lnTo>
                  <a:pt x="31920" y="30664"/>
                </a:lnTo>
                <a:lnTo>
                  <a:pt x="30943" y="33597"/>
                </a:lnTo>
                <a:lnTo>
                  <a:pt x="26123" y="36251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País CL"/>
          <p:cNvSpPr/>
          <p:nvPr/>
        </p:nvSpPr>
        <p:spPr>
          <a:xfrm>
            <a:off x="4406621" y="8101953"/>
            <a:ext cx="21094" cy="4470"/>
          </a:xfrm>
          <a:custGeom>
            <a:avLst/>
            <a:gdLst/>
            <a:ahLst/>
            <a:cxnLst/>
            <a:rect l="l" t="t" r="r" b="b"/>
            <a:pathLst>
              <a:path w="21094" h="4470">
                <a:moveTo>
                  <a:pt x="19139" y="4470"/>
                </a:moveTo>
                <a:lnTo>
                  <a:pt x="0" y="1188"/>
                </a:lnTo>
                <a:lnTo>
                  <a:pt x="21094" y="0"/>
                </a:lnTo>
                <a:lnTo>
                  <a:pt x="19139" y="4470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País CL"/>
          <p:cNvSpPr/>
          <p:nvPr/>
        </p:nvSpPr>
        <p:spPr>
          <a:xfrm>
            <a:off x="4491347" y="8055853"/>
            <a:ext cx="13830" cy="4750"/>
          </a:xfrm>
          <a:custGeom>
            <a:avLst/>
            <a:gdLst/>
            <a:ahLst/>
            <a:cxnLst/>
            <a:rect l="l" t="t" r="r" b="b"/>
            <a:pathLst>
              <a:path w="13830" h="4750">
                <a:moveTo>
                  <a:pt x="11315" y="4401"/>
                </a:moveTo>
                <a:lnTo>
                  <a:pt x="0" y="4750"/>
                </a:lnTo>
                <a:lnTo>
                  <a:pt x="7823" y="0"/>
                </a:lnTo>
                <a:lnTo>
                  <a:pt x="13830" y="1677"/>
                </a:lnTo>
                <a:lnTo>
                  <a:pt x="11315" y="4401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País CL"/>
          <p:cNvSpPr/>
          <p:nvPr/>
        </p:nvSpPr>
        <p:spPr>
          <a:xfrm>
            <a:off x="4157683" y="8033083"/>
            <a:ext cx="78928" cy="23539"/>
          </a:xfrm>
          <a:custGeom>
            <a:avLst/>
            <a:gdLst/>
            <a:ahLst/>
            <a:cxnLst/>
            <a:rect l="l" t="t" r="r" b="b"/>
            <a:pathLst>
              <a:path w="78928" h="23539">
                <a:moveTo>
                  <a:pt x="29406" y="1886"/>
                </a:moveTo>
                <a:lnTo>
                  <a:pt x="42468" y="8941"/>
                </a:lnTo>
                <a:lnTo>
                  <a:pt x="69359" y="4820"/>
                </a:lnTo>
                <a:lnTo>
                  <a:pt x="78928" y="15716"/>
                </a:lnTo>
                <a:lnTo>
                  <a:pt x="77950" y="19138"/>
                </a:lnTo>
                <a:lnTo>
                  <a:pt x="70407" y="22770"/>
                </a:lnTo>
                <a:lnTo>
                  <a:pt x="65378" y="23539"/>
                </a:lnTo>
                <a:lnTo>
                  <a:pt x="56786" y="16973"/>
                </a:lnTo>
                <a:lnTo>
                  <a:pt x="32898" y="15506"/>
                </a:lnTo>
                <a:lnTo>
                  <a:pt x="14598" y="3772"/>
                </a:lnTo>
                <a:lnTo>
                  <a:pt x="489" y="6286"/>
                </a:lnTo>
                <a:lnTo>
                  <a:pt x="0" y="0"/>
                </a:lnTo>
                <a:lnTo>
                  <a:pt x="29406" y="1886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País CL"/>
          <p:cNvSpPr/>
          <p:nvPr/>
        </p:nvSpPr>
        <p:spPr>
          <a:xfrm>
            <a:off x="4426458" y="8085469"/>
            <a:ext cx="19138" cy="13062"/>
          </a:xfrm>
          <a:custGeom>
            <a:avLst/>
            <a:gdLst/>
            <a:ahLst/>
            <a:cxnLst/>
            <a:rect l="l" t="t" r="r" b="b"/>
            <a:pathLst>
              <a:path w="19138" h="13062">
                <a:moveTo>
                  <a:pt x="19138" y="13062"/>
                </a:moveTo>
                <a:lnTo>
                  <a:pt x="0" y="8242"/>
                </a:lnTo>
                <a:lnTo>
                  <a:pt x="13341" y="0"/>
                </a:lnTo>
                <a:lnTo>
                  <a:pt x="19138" y="13062"/>
                </a:lnTo>
                <a:close/>
              </a:path>
            </a:pathLst>
          </a:custGeom>
          <a:solidFill>
            <a:srgbClr val="C9A3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País BR"/>
          <p:cNvSpPr/>
          <p:nvPr/>
        </p:nvSpPr>
        <p:spPr>
          <a:xfrm>
            <a:off x="3976846" y="3836754"/>
            <a:ext cx="2737624" cy="2722676"/>
          </a:xfrm>
          <a:custGeom>
            <a:avLst/>
            <a:gdLst/>
            <a:ahLst/>
            <a:cxnLst/>
            <a:rect l="l" t="t" r="r" b="b"/>
            <a:pathLst>
              <a:path w="2737624" h="2722676">
                <a:moveTo>
                  <a:pt x="497668" y="280440"/>
                </a:moveTo>
                <a:lnTo>
                  <a:pt x="534617" y="312220"/>
                </a:lnTo>
                <a:lnTo>
                  <a:pt x="554733" y="311033"/>
                </a:lnTo>
                <a:lnTo>
                  <a:pt x="581136" y="297203"/>
                </a:lnTo>
                <a:lnTo>
                  <a:pt x="592242" y="306982"/>
                </a:lnTo>
                <a:lnTo>
                  <a:pt x="589448" y="313687"/>
                </a:lnTo>
                <a:lnTo>
                  <a:pt x="589937" y="317808"/>
                </a:lnTo>
                <a:lnTo>
                  <a:pt x="595734" y="317529"/>
                </a:lnTo>
                <a:lnTo>
                  <a:pt x="621368" y="288472"/>
                </a:lnTo>
                <a:lnTo>
                  <a:pt x="684232" y="258996"/>
                </a:lnTo>
                <a:lnTo>
                  <a:pt x="698062" y="230987"/>
                </a:lnTo>
                <a:lnTo>
                  <a:pt x="738294" y="215341"/>
                </a:lnTo>
                <a:lnTo>
                  <a:pt x="741297" y="197390"/>
                </a:lnTo>
                <a:lnTo>
                  <a:pt x="695337" y="191104"/>
                </a:lnTo>
                <a:lnTo>
                  <a:pt x="697852" y="179230"/>
                </a:lnTo>
                <a:lnTo>
                  <a:pt x="683254" y="142001"/>
                </a:lnTo>
                <a:lnTo>
                  <a:pt x="682974" y="115319"/>
                </a:lnTo>
                <a:lnTo>
                  <a:pt x="651822" y="85564"/>
                </a:lnTo>
                <a:lnTo>
                  <a:pt x="643510" y="67194"/>
                </a:lnTo>
                <a:lnTo>
                  <a:pt x="658318" y="76763"/>
                </a:lnTo>
                <a:lnTo>
                  <a:pt x="685000" y="77601"/>
                </a:lnTo>
                <a:lnTo>
                  <a:pt x="697084" y="91431"/>
                </a:lnTo>
                <a:lnTo>
                  <a:pt x="744860" y="90453"/>
                </a:lnTo>
                <a:lnTo>
                  <a:pt x="770494" y="114830"/>
                </a:lnTo>
                <a:lnTo>
                  <a:pt x="778317" y="114830"/>
                </a:lnTo>
                <a:lnTo>
                  <a:pt x="784813" y="109382"/>
                </a:lnTo>
                <a:lnTo>
                  <a:pt x="786559" y="90663"/>
                </a:lnTo>
                <a:lnTo>
                  <a:pt x="788585" y="85214"/>
                </a:lnTo>
                <a:lnTo>
                  <a:pt x="805208" y="76763"/>
                </a:lnTo>
                <a:lnTo>
                  <a:pt x="809469" y="75505"/>
                </a:lnTo>
                <a:lnTo>
                  <a:pt x="827560" y="79627"/>
                </a:lnTo>
                <a:lnTo>
                  <a:pt x="869329" y="66286"/>
                </a:lnTo>
                <a:lnTo>
                  <a:pt x="888397" y="50290"/>
                </a:lnTo>
                <a:lnTo>
                  <a:pt x="907815" y="49103"/>
                </a:lnTo>
                <a:lnTo>
                  <a:pt x="934218" y="24097"/>
                </a:lnTo>
                <a:lnTo>
                  <a:pt x="926115" y="2514"/>
                </a:lnTo>
                <a:lnTo>
                  <a:pt x="932402" y="1187"/>
                </a:lnTo>
                <a:lnTo>
                  <a:pt x="968164" y="0"/>
                </a:lnTo>
                <a:lnTo>
                  <a:pt x="978711" y="10756"/>
                </a:lnTo>
                <a:lnTo>
                  <a:pt x="967605" y="49243"/>
                </a:lnTo>
                <a:lnTo>
                  <a:pt x="998548" y="59860"/>
                </a:lnTo>
                <a:lnTo>
                  <a:pt x="996313" y="70686"/>
                </a:lnTo>
                <a:lnTo>
                  <a:pt x="1009374" y="91082"/>
                </a:lnTo>
                <a:lnTo>
                  <a:pt x="988001" y="115319"/>
                </a:lnTo>
                <a:lnTo>
                  <a:pt x="989747" y="131943"/>
                </a:lnTo>
                <a:lnTo>
                  <a:pt x="978431" y="177973"/>
                </a:lnTo>
                <a:lnTo>
                  <a:pt x="980736" y="185027"/>
                </a:lnTo>
                <a:lnTo>
                  <a:pt x="985766" y="200813"/>
                </a:lnTo>
                <a:lnTo>
                  <a:pt x="988490" y="203327"/>
                </a:lnTo>
                <a:lnTo>
                  <a:pt x="995055" y="206959"/>
                </a:lnTo>
                <a:lnTo>
                  <a:pt x="995055" y="233152"/>
                </a:lnTo>
                <a:lnTo>
                  <a:pt x="1001342" y="243839"/>
                </a:lnTo>
                <a:lnTo>
                  <a:pt x="1031726" y="269753"/>
                </a:lnTo>
                <a:lnTo>
                  <a:pt x="1057430" y="281767"/>
                </a:lnTo>
                <a:lnTo>
                  <a:pt x="1081807" y="276109"/>
                </a:lnTo>
                <a:lnTo>
                  <a:pt x="1082295" y="265422"/>
                </a:lnTo>
                <a:lnTo>
                  <a:pt x="1093890" y="255015"/>
                </a:lnTo>
                <a:lnTo>
                  <a:pt x="1115264" y="259695"/>
                </a:lnTo>
                <a:lnTo>
                  <a:pt x="1118756" y="250754"/>
                </a:lnTo>
                <a:lnTo>
                  <a:pt x="1145927" y="246843"/>
                </a:lnTo>
                <a:lnTo>
                  <a:pt x="1161783" y="230359"/>
                </a:lnTo>
                <a:lnTo>
                  <a:pt x="1179105" y="225190"/>
                </a:lnTo>
                <a:lnTo>
                  <a:pt x="1198942" y="234480"/>
                </a:lnTo>
                <a:lnTo>
                  <a:pt x="1223598" y="230289"/>
                </a:lnTo>
                <a:lnTo>
                  <a:pt x="1259849" y="236226"/>
                </a:lnTo>
                <a:lnTo>
                  <a:pt x="1263342" y="223444"/>
                </a:lnTo>
                <a:lnTo>
                  <a:pt x="1247765" y="208077"/>
                </a:lnTo>
                <a:lnTo>
                  <a:pt x="1260338" y="189777"/>
                </a:lnTo>
                <a:lnTo>
                  <a:pt x="1276194" y="197740"/>
                </a:lnTo>
                <a:lnTo>
                  <a:pt x="1328719" y="184399"/>
                </a:lnTo>
                <a:lnTo>
                  <a:pt x="1350861" y="203327"/>
                </a:lnTo>
                <a:lnTo>
                  <a:pt x="1388090" y="217786"/>
                </a:lnTo>
                <a:lnTo>
                  <a:pt x="1413235" y="201372"/>
                </a:lnTo>
                <a:lnTo>
                  <a:pt x="1431326" y="208426"/>
                </a:lnTo>
                <a:lnTo>
                  <a:pt x="1443619" y="202489"/>
                </a:lnTo>
                <a:lnTo>
                  <a:pt x="1450953" y="211849"/>
                </a:lnTo>
                <a:lnTo>
                  <a:pt x="1469254" y="213385"/>
                </a:lnTo>
                <a:lnTo>
                  <a:pt x="1491186" y="196412"/>
                </a:lnTo>
                <a:lnTo>
                  <a:pt x="1513817" y="143677"/>
                </a:lnTo>
                <a:lnTo>
                  <a:pt x="1568368" y="64749"/>
                </a:lnTo>
                <a:lnTo>
                  <a:pt x="1574375" y="64469"/>
                </a:lnTo>
                <a:lnTo>
                  <a:pt x="1583665" y="70826"/>
                </a:lnTo>
                <a:lnTo>
                  <a:pt x="1591208" y="79906"/>
                </a:lnTo>
                <a:lnTo>
                  <a:pt x="1626412" y="216808"/>
                </a:lnTo>
                <a:lnTo>
                  <a:pt x="1630463" y="217018"/>
                </a:lnTo>
                <a:lnTo>
                  <a:pt x="1633955" y="218834"/>
                </a:lnTo>
                <a:lnTo>
                  <a:pt x="1644293" y="238042"/>
                </a:lnTo>
                <a:lnTo>
                  <a:pt x="1679496" y="249916"/>
                </a:lnTo>
                <a:lnTo>
                  <a:pt x="1683547" y="284561"/>
                </a:lnTo>
                <a:lnTo>
                  <a:pt x="1655887" y="307471"/>
                </a:lnTo>
                <a:lnTo>
                  <a:pt x="1623687" y="350288"/>
                </a:lnTo>
                <a:lnTo>
                  <a:pt x="1586738" y="371731"/>
                </a:lnTo>
                <a:lnTo>
                  <a:pt x="1585690" y="378297"/>
                </a:lnTo>
                <a:lnTo>
                  <a:pt x="1578426" y="393314"/>
                </a:lnTo>
                <a:lnTo>
                  <a:pt x="1557541" y="419018"/>
                </a:lnTo>
                <a:lnTo>
                  <a:pt x="1556284" y="425584"/>
                </a:lnTo>
                <a:lnTo>
                  <a:pt x="1556284" y="436969"/>
                </a:lnTo>
                <a:lnTo>
                  <a:pt x="1549229" y="443884"/>
                </a:lnTo>
                <a:lnTo>
                  <a:pt x="1542175" y="448424"/>
                </a:lnTo>
                <a:lnTo>
                  <a:pt x="1541197" y="458063"/>
                </a:lnTo>
                <a:lnTo>
                  <a:pt x="1538193" y="461346"/>
                </a:lnTo>
                <a:lnTo>
                  <a:pt x="1535400" y="463581"/>
                </a:lnTo>
                <a:lnTo>
                  <a:pt x="1520801" y="460997"/>
                </a:lnTo>
                <a:lnTo>
                  <a:pt x="1497961" y="471683"/>
                </a:lnTo>
                <a:lnTo>
                  <a:pt x="1490417" y="474198"/>
                </a:lnTo>
                <a:lnTo>
                  <a:pt x="1515074" y="474827"/>
                </a:lnTo>
                <a:lnTo>
                  <a:pt x="1523106" y="480414"/>
                </a:lnTo>
                <a:lnTo>
                  <a:pt x="1540429" y="476643"/>
                </a:lnTo>
                <a:lnTo>
                  <a:pt x="1613839" y="431311"/>
                </a:lnTo>
                <a:lnTo>
                  <a:pt x="1617611" y="435642"/>
                </a:lnTo>
                <a:lnTo>
                  <a:pt x="1617890" y="438436"/>
                </a:lnTo>
                <a:lnTo>
                  <a:pt x="1612372" y="443814"/>
                </a:lnTo>
                <a:lnTo>
                  <a:pt x="1628228" y="488866"/>
                </a:lnTo>
                <a:lnTo>
                  <a:pt x="1648344" y="506607"/>
                </a:lnTo>
                <a:lnTo>
                  <a:pt x="1676493" y="493895"/>
                </a:lnTo>
                <a:lnTo>
                  <a:pt x="1683268" y="496549"/>
                </a:lnTo>
                <a:lnTo>
                  <a:pt x="1696120" y="500391"/>
                </a:lnTo>
                <a:lnTo>
                  <a:pt x="1705410" y="496270"/>
                </a:lnTo>
                <a:lnTo>
                  <a:pt x="1724269" y="486840"/>
                </a:lnTo>
                <a:lnTo>
                  <a:pt x="1701917" y="551450"/>
                </a:lnTo>
                <a:lnTo>
                  <a:pt x="1714210" y="540763"/>
                </a:lnTo>
                <a:lnTo>
                  <a:pt x="1717703" y="529657"/>
                </a:lnTo>
                <a:lnTo>
                  <a:pt x="1731533" y="499692"/>
                </a:lnTo>
                <a:lnTo>
                  <a:pt x="1735584" y="497038"/>
                </a:lnTo>
                <a:lnTo>
                  <a:pt x="1746899" y="493616"/>
                </a:lnTo>
                <a:lnTo>
                  <a:pt x="1766527" y="469728"/>
                </a:lnTo>
                <a:lnTo>
                  <a:pt x="1783849" y="478598"/>
                </a:lnTo>
                <a:lnTo>
                  <a:pt x="1784897" y="472033"/>
                </a:lnTo>
                <a:lnTo>
                  <a:pt x="1791672" y="469378"/>
                </a:lnTo>
                <a:lnTo>
                  <a:pt x="1784617" y="466096"/>
                </a:lnTo>
                <a:lnTo>
                  <a:pt x="1783360" y="463162"/>
                </a:lnTo>
                <a:lnTo>
                  <a:pt x="1784617" y="445840"/>
                </a:lnTo>
                <a:lnTo>
                  <a:pt x="1808016" y="417342"/>
                </a:lnTo>
                <a:lnTo>
                  <a:pt x="1846992" y="412592"/>
                </a:lnTo>
                <a:lnTo>
                  <a:pt x="1852999" y="418180"/>
                </a:lnTo>
                <a:lnTo>
                  <a:pt x="1856770" y="419437"/>
                </a:lnTo>
                <a:lnTo>
                  <a:pt x="1855303" y="411055"/>
                </a:lnTo>
                <a:lnTo>
                  <a:pt x="1858028" y="409589"/>
                </a:lnTo>
                <a:lnTo>
                  <a:pt x="1867108" y="410916"/>
                </a:lnTo>
                <a:lnTo>
                  <a:pt x="1899308" y="420275"/>
                </a:lnTo>
                <a:lnTo>
                  <a:pt x="1912579" y="433616"/>
                </a:lnTo>
                <a:lnTo>
                  <a:pt x="1940518" y="437877"/>
                </a:lnTo>
                <a:lnTo>
                  <a:pt x="1980751" y="460019"/>
                </a:lnTo>
                <a:lnTo>
                  <a:pt x="1986757" y="458831"/>
                </a:lnTo>
                <a:lnTo>
                  <a:pt x="1993603" y="460647"/>
                </a:lnTo>
                <a:lnTo>
                  <a:pt x="2001146" y="475316"/>
                </a:lnTo>
                <a:lnTo>
                  <a:pt x="2002613" y="485863"/>
                </a:lnTo>
                <a:lnTo>
                  <a:pt x="2020215" y="468261"/>
                </a:lnTo>
                <a:lnTo>
                  <a:pt x="2045150" y="486980"/>
                </a:lnTo>
                <a:lnTo>
                  <a:pt x="2041099" y="491590"/>
                </a:lnTo>
                <a:lnTo>
                  <a:pt x="2045150" y="491101"/>
                </a:lnTo>
                <a:lnTo>
                  <a:pt x="2049900" y="487818"/>
                </a:lnTo>
                <a:lnTo>
                  <a:pt x="2057933" y="509262"/>
                </a:lnTo>
                <a:lnTo>
                  <a:pt x="2042636" y="524069"/>
                </a:lnTo>
                <a:lnTo>
                  <a:pt x="2046617" y="527911"/>
                </a:lnTo>
                <a:lnTo>
                  <a:pt x="2049132" y="531543"/>
                </a:lnTo>
                <a:lnTo>
                  <a:pt x="2064987" y="517294"/>
                </a:lnTo>
                <a:lnTo>
                  <a:pt x="2068270" y="524419"/>
                </a:lnTo>
                <a:lnTo>
                  <a:pt x="2068759" y="531124"/>
                </a:lnTo>
                <a:lnTo>
                  <a:pt x="2059190" y="533848"/>
                </a:lnTo>
                <a:lnTo>
                  <a:pt x="2054440" y="545652"/>
                </a:lnTo>
                <a:lnTo>
                  <a:pt x="2045150" y="589657"/>
                </a:lnTo>
                <a:lnTo>
                  <a:pt x="2051926" y="585047"/>
                </a:lnTo>
                <a:lnTo>
                  <a:pt x="2064987" y="571496"/>
                </a:lnTo>
                <a:lnTo>
                  <a:pt x="2079585" y="538458"/>
                </a:lnTo>
                <a:lnTo>
                  <a:pt x="2083078" y="538458"/>
                </a:lnTo>
                <a:lnTo>
                  <a:pt x="2088107" y="540065"/>
                </a:lnTo>
                <a:lnTo>
                  <a:pt x="2082100" y="562137"/>
                </a:lnTo>
                <a:lnTo>
                  <a:pt x="2094673" y="550402"/>
                </a:lnTo>
                <a:lnTo>
                  <a:pt x="2100191" y="546351"/>
                </a:lnTo>
                <a:lnTo>
                  <a:pt x="2133648" y="540693"/>
                </a:lnTo>
                <a:lnTo>
                  <a:pt x="2134905" y="534477"/>
                </a:lnTo>
                <a:lnTo>
                  <a:pt x="2138886" y="531823"/>
                </a:lnTo>
                <a:lnTo>
                  <a:pt x="2149224" y="532521"/>
                </a:lnTo>
                <a:lnTo>
                  <a:pt x="2169829" y="537969"/>
                </a:lnTo>
                <a:lnTo>
                  <a:pt x="2217885" y="560949"/>
                </a:lnTo>
                <a:lnTo>
                  <a:pt x="2235207" y="561857"/>
                </a:lnTo>
                <a:lnTo>
                  <a:pt x="2243798" y="557666"/>
                </a:lnTo>
                <a:lnTo>
                  <a:pt x="2271458" y="569541"/>
                </a:lnTo>
                <a:lnTo>
                  <a:pt x="2341865" y="561159"/>
                </a:lnTo>
                <a:lnTo>
                  <a:pt x="2358419" y="562346"/>
                </a:lnTo>
                <a:lnTo>
                  <a:pt x="2377278" y="565769"/>
                </a:lnTo>
                <a:lnTo>
                  <a:pt x="2481421" y="625559"/>
                </a:lnTo>
                <a:lnTo>
                  <a:pt x="2511037" y="660343"/>
                </a:lnTo>
                <a:lnTo>
                  <a:pt x="2528918" y="673474"/>
                </a:lnTo>
                <a:lnTo>
                  <a:pt x="2540722" y="686676"/>
                </a:lnTo>
                <a:lnTo>
                  <a:pt x="2563353" y="695057"/>
                </a:lnTo>
                <a:lnTo>
                  <a:pt x="2572154" y="708957"/>
                </a:lnTo>
                <a:lnTo>
                  <a:pt x="2613154" y="721949"/>
                </a:lnTo>
                <a:lnTo>
                  <a:pt x="2655622" y="718945"/>
                </a:lnTo>
                <a:lnTo>
                  <a:pt x="2685796" y="724114"/>
                </a:lnTo>
                <a:lnTo>
                  <a:pt x="2707729" y="754708"/>
                </a:lnTo>
                <a:lnTo>
                  <a:pt x="2737624" y="874986"/>
                </a:lnTo>
                <a:lnTo>
                  <a:pt x="2735598" y="922622"/>
                </a:lnTo>
                <a:lnTo>
                  <a:pt x="2731826" y="931144"/>
                </a:lnTo>
                <a:lnTo>
                  <a:pt x="2726588" y="953076"/>
                </a:lnTo>
                <a:lnTo>
                  <a:pt x="2713247" y="989676"/>
                </a:lnTo>
                <a:lnTo>
                  <a:pt x="2700395" y="1010631"/>
                </a:lnTo>
                <a:lnTo>
                  <a:pt x="2682583" y="1032214"/>
                </a:lnTo>
                <a:lnTo>
                  <a:pt x="2670709" y="1043529"/>
                </a:lnTo>
                <a:lnTo>
                  <a:pt x="2666239" y="1044717"/>
                </a:lnTo>
                <a:lnTo>
                  <a:pt x="2661908" y="1042412"/>
                </a:lnTo>
                <a:lnTo>
                  <a:pt x="2664982" y="1048488"/>
                </a:lnTo>
                <a:lnTo>
                  <a:pt x="2662188" y="1053727"/>
                </a:lnTo>
                <a:lnTo>
                  <a:pt x="2626495" y="1098220"/>
                </a:lnTo>
                <a:lnTo>
                  <a:pt x="2588778" y="1121619"/>
                </a:lnTo>
                <a:lnTo>
                  <a:pt x="2571665" y="1138942"/>
                </a:lnTo>
                <a:lnTo>
                  <a:pt x="2571665" y="1147323"/>
                </a:lnTo>
                <a:lnTo>
                  <a:pt x="2562375" y="1160385"/>
                </a:lnTo>
                <a:lnTo>
                  <a:pt x="2559372" y="1151794"/>
                </a:lnTo>
                <a:lnTo>
                  <a:pt x="2536461" y="1210955"/>
                </a:lnTo>
                <a:lnTo>
                  <a:pt x="2497766" y="1262992"/>
                </a:lnTo>
                <a:lnTo>
                  <a:pt x="2479605" y="1270884"/>
                </a:lnTo>
                <a:lnTo>
                  <a:pt x="2477859" y="1257264"/>
                </a:lnTo>
                <a:lnTo>
                  <a:pt x="2468848" y="1249022"/>
                </a:lnTo>
                <a:lnTo>
                  <a:pt x="2466334" y="1247625"/>
                </a:lnTo>
                <a:lnTo>
                  <a:pt x="2455019" y="1259220"/>
                </a:lnTo>
                <a:lnTo>
                  <a:pt x="2459768" y="1262992"/>
                </a:lnTo>
                <a:lnTo>
                  <a:pt x="2461305" y="1267392"/>
                </a:lnTo>
                <a:lnTo>
                  <a:pt x="2438395" y="1315028"/>
                </a:lnTo>
                <a:lnTo>
                  <a:pt x="2445449" y="1316844"/>
                </a:lnTo>
                <a:lnTo>
                  <a:pt x="2441398" y="1346809"/>
                </a:lnTo>
                <a:lnTo>
                  <a:pt x="2444192" y="1350791"/>
                </a:lnTo>
                <a:lnTo>
                  <a:pt x="2447196" y="1344015"/>
                </a:lnTo>
                <a:lnTo>
                  <a:pt x="2448732" y="1345901"/>
                </a:lnTo>
                <a:lnTo>
                  <a:pt x="2440630" y="1389486"/>
                </a:lnTo>
                <a:lnTo>
                  <a:pt x="2452993" y="1474002"/>
                </a:lnTo>
                <a:lnTo>
                  <a:pt x="2430572" y="1565783"/>
                </a:lnTo>
                <a:lnTo>
                  <a:pt x="2433855" y="1602383"/>
                </a:lnTo>
                <a:lnTo>
                  <a:pt x="2399420" y="1640730"/>
                </a:lnTo>
                <a:lnTo>
                  <a:pt x="2390130" y="1732859"/>
                </a:lnTo>
                <a:lnTo>
                  <a:pt x="2385869" y="1738307"/>
                </a:lnTo>
                <a:lnTo>
                  <a:pt x="2374763" y="1744733"/>
                </a:lnTo>
                <a:lnTo>
                  <a:pt x="2347383" y="1802568"/>
                </a:lnTo>
                <a:lnTo>
                  <a:pt x="2319723" y="1826106"/>
                </a:lnTo>
                <a:lnTo>
                  <a:pt x="2316929" y="1834837"/>
                </a:lnTo>
                <a:lnTo>
                  <a:pt x="2308128" y="1849296"/>
                </a:lnTo>
                <a:lnTo>
                  <a:pt x="2301842" y="1867945"/>
                </a:lnTo>
                <a:lnTo>
                  <a:pt x="2305125" y="1902520"/>
                </a:lnTo>
                <a:lnTo>
                  <a:pt x="2255812" y="1924173"/>
                </a:lnTo>
                <a:lnTo>
                  <a:pt x="2236464" y="1943102"/>
                </a:lnTo>
                <a:lnTo>
                  <a:pt x="2239258" y="1957560"/>
                </a:lnTo>
                <a:lnTo>
                  <a:pt x="2235975" y="1961542"/>
                </a:lnTo>
                <a:lnTo>
                  <a:pt x="2232203" y="1968736"/>
                </a:lnTo>
                <a:lnTo>
                  <a:pt x="2168362" y="1970063"/>
                </a:lnTo>
                <a:lnTo>
                  <a:pt x="2154532" y="1953160"/>
                </a:lnTo>
                <a:lnTo>
                  <a:pt x="2149503" y="1954766"/>
                </a:lnTo>
                <a:lnTo>
                  <a:pt x="2148456" y="1958049"/>
                </a:lnTo>
                <a:lnTo>
                  <a:pt x="2149713" y="1971739"/>
                </a:lnTo>
                <a:lnTo>
                  <a:pt x="2102705" y="1979493"/>
                </a:lnTo>
                <a:lnTo>
                  <a:pt x="2097397" y="1976349"/>
                </a:lnTo>
                <a:lnTo>
                  <a:pt x="2118072" y="1973067"/>
                </a:lnTo>
                <a:lnTo>
                  <a:pt x="2116256" y="1970063"/>
                </a:lnTo>
                <a:lnTo>
                  <a:pt x="2104940" y="1966152"/>
                </a:lnTo>
                <a:lnTo>
                  <a:pt x="2050878" y="1976210"/>
                </a:lnTo>
                <a:lnTo>
                  <a:pt x="2047874" y="1979842"/>
                </a:lnTo>
                <a:lnTo>
                  <a:pt x="2048363" y="1986757"/>
                </a:lnTo>
                <a:lnTo>
                  <a:pt x="2052135" y="1988363"/>
                </a:lnTo>
                <a:lnTo>
                  <a:pt x="2055697" y="1991506"/>
                </a:lnTo>
                <a:lnTo>
                  <a:pt x="2002892" y="2014277"/>
                </a:lnTo>
                <a:lnTo>
                  <a:pt x="1993323" y="2028386"/>
                </a:lnTo>
                <a:lnTo>
                  <a:pt x="1957840" y="2027897"/>
                </a:lnTo>
                <a:lnTo>
                  <a:pt x="1911880" y="2049969"/>
                </a:lnTo>
                <a:lnTo>
                  <a:pt x="1895257" y="2058700"/>
                </a:lnTo>
                <a:lnTo>
                  <a:pt x="1816817" y="2114579"/>
                </a:lnTo>
                <a:lnTo>
                  <a:pt x="1819052" y="2116674"/>
                </a:lnTo>
                <a:lnTo>
                  <a:pt x="1822615" y="2116884"/>
                </a:lnTo>
                <a:lnTo>
                  <a:pt x="1821078" y="2123799"/>
                </a:lnTo>
                <a:lnTo>
                  <a:pt x="1814512" y="2128618"/>
                </a:lnTo>
                <a:lnTo>
                  <a:pt x="1801940" y="2141121"/>
                </a:lnTo>
                <a:lnTo>
                  <a:pt x="1799216" y="2140283"/>
                </a:lnTo>
                <a:lnTo>
                  <a:pt x="1803197" y="2133717"/>
                </a:lnTo>
                <a:lnTo>
                  <a:pt x="1796911" y="2133507"/>
                </a:lnTo>
                <a:lnTo>
                  <a:pt x="1787900" y="2131063"/>
                </a:lnTo>
                <a:lnTo>
                  <a:pt x="1782871" y="2142937"/>
                </a:lnTo>
                <a:lnTo>
                  <a:pt x="1764990" y="2137838"/>
                </a:lnTo>
                <a:lnTo>
                  <a:pt x="1767784" y="2146360"/>
                </a:lnTo>
                <a:lnTo>
                  <a:pt x="1788110" y="2153763"/>
                </a:lnTo>
                <a:lnTo>
                  <a:pt x="1778052" y="2168990"/>
                </a:lnTo>
                <a:lnTo>
                  <a:pt x="1769530" y="2171086"/>
                </a:lnTo>
                <a:lnTo>
                  <a:pt x="1775816" y="2177372"/>
                </a:lnTo>
                <a:lnTo>
                  <a:pt x="1772813" y="2194485"/>
                </a:lnTo>
                <a:lnTo>
                  <a:pt x="1763733" y="2200701"/>
                </a:lnTo>
                <a:lnTo>
                  <a:pt x="1767295" y="2206219"/>
                </a:lnTo>
                <a:lnTo>
                  <a:pt x="1770508" y="2210270"/>
                </a:lnTo>
                <a:lnTo>
                  <a:pt x="1768762" y="2231015"/>
                </a:lnTo>
                <a:lnTo>
                  <a:pt x="1777353" y="2265450"/>
                </a:lnTo>
                <a:lnTo>
                  <a:pt x="1772813" y="2326917"/>
                </a:lnTo>
                <a:lnTo>
                  <a:pt x="1760240" y="2361841"/>
                </a:lnTo>
                <a:lnTo>
                  <a:pt x="1744664" y="2370432"/>
                </a:lnTo>
                <a:lnTo>
                  <a:pt x="1727272" y="2382446"/>
                </a:lnTo>
                <a:lnTo>
                  <a:pt x="1711417" y="2396765"/>
                </a:lnTo>
                <a:lnTo>
                  <a:pt x="1694094" y="2416881"/>
                </a:lnTo>
                <a:lnTo>
                  <a:pt x="1673978" y="2447404"/>
                </a:lnTo>
                <a:lnTo>
                  <a:pt x="1655608" y="2491059"/>
                </a:lnTo>
                <a:lnTo>
                  <a:pt x="1612093" y="2549173"/>
                </a:lnTo>
                <a:lnTo>
                  <a:pt x="1533933" y="2609033"/>
                </a:lnTo>
                <a:lnTo>
                  <a:pt x="1532396" y="2589196"/>
                </a:lnTo>
                <a:lnTo>
                  <a:pt x="1537146" y="2588078"/>
                </a:lnTo>
                <a:lnTo>
                  <a:pt x="1544200" y="2591710"/>
                </a:lnTo>
                <a:lnTo>
                  <a:pt x="1559078" y="2585284"/>
                </a:lnTo>
                <a:lnTo>
                  <a:pt x="1575422" y="2570127"/>
                </a:lnTo>
                <a:lnTo>
                  <a:pt x="1587436" y="2564470"/>
                </a:lnTo>
                <a:lnTo>
                  <a:pt x="1595259" y="2539464"/>
                </a:lnTo>
                <a:lnTo>
                  <a:pt x="1599311" y="2536810"/>
                </a:lnTo>
                <a:lnTo>
                  <a:pt x="1608111" y="2537788"/>
                </a:lnTo>
                <a:lnTo>
                  <a:pt x="1610626" y="2524447"/>
                </a:lnTo>
                <a:lnTo>
                  <a:pt x="1622640" y="2518091"/>
                </a:lnTo>
                <a:lnTo>
                  <a:pt x="1628228" y="2510477"/>
                </a:lnTo>
                <a:lnTo>
                  <a:pt x="1626412" y="2491059"/>
                </a:lnTo>
                <a:lnTo>
                  <a:pt x="1635771" y="2491898"/>
                </a:lnTo>
                <a:lnTo>
                  <a:pt x="1638286" y="2483446"/>
                </a:lnTo>
                <a:lnTo>
                  <a:pt x="1637028" y="2479046"/>
                </a:lnTo>
                <a:lnTo>
                  <a:pt x="1604829" y="2487078"/>
                </a:lnTo>
                <a:lnTo>
                  <a:pt x="1585690" y="2463819"/>
                </a:lnTo>
                <a:lnTo>
                  <a:pt x="1585970" y="2471223"/>
                </a:lnTo>
                <a:lnTo>
                  <a:pt x="1586947" y="2478347"/>
                </a:lnTo>
                <a:lnTo>
                  <a:pt x="1595539" y="2486729"/>
                </a:lnTo>
                <a:lnTo>
                  <a:pt x="1586738" y="2513760"/>
                </a:lnTo>
                <a:lnTo>
                  <a:pt x="1584433" y="2510338"/>
                </a:lnTo>
                <a:lnTo>
                  <a:pt x="1581429" y="2508452"/>
                </a:lnTo>
                <a:lnTo>
                  <a:pt x="1571092" y="2538486"/>
                </a:lnTo>
                <a:lnTo>
                  <a:pt x="1538682" y="2558044"/>
                </a:lnTo>
                <a:lnTo>
                  <a:pt x="1523106" y="2593038"/>
                </a:lnTo>
                <a:lnTo>
                  <a:pt x="1527856" y="2612735"/>
                </a:lnTo>
                <a:lnTo>
                  <a:pt x="1512769" y="2631733"/>
                </a:lnTo>
                <a:lnTo>
                  <a:pt x="1501244" y="2662187"/>
                </a:lnTo>
                <a:lnTo>
                  <a:pt x="1491186" y="2680487"/>
                </a:lnTo>
                <a:lnTo>
                  <a:pt x="1440895" y="2722676"/>
                </a:lnTo>
                <a:lnTo>
                  <a:pt x="1429789" y="2716599"/>
                </a:lnTo>
                <a:lnTo>
                  <a:pt x="1429789" y="2682792"/>
                </a:lnTo>
                <a:lnTo>
                  <a:pt x="1458218" y="2652478"/>
                </a:lnTo>
                <a:lnTo>
                  <a:pt x="1424760" y="2629219"/>
                </a:lnTo>
                <a:lnTo>
                  <a:pt x="1413724" y="2604912"/>
                </a:lnTo>
                <a:lnTo>
                  <a:pt x="1381524" y="2590872"/>
                </a:lnTo>
                <a:lnTo>
                  <a:pt x="1355890" y="2565029"/>
                </a:lnTo>
                <a:lnTo>
                  <a:pt x="1315169" y="2550710"/>
                </a:lnTo>
                <a:lnTo>
                  <a:pt x="1284994" y="2520815"/>
                </a:lnTo>
                <a:lnTo>
                  <a:pt x="1257055" y="2536670"/>
                </a:lnTo>
                <a:lnTo>
                  <a:pt x="1254261" y="2515576"/>
                </a:lnTo>
                <a:lnTo>
                  <a:pt x="1199221" y="2468778"/>
                </a:lnTo>
                <a:lnTo>
                  <a:pt x="1179105" y="2471432"/>
                </a:lnTo>
                <a:lnTo>
                  <a:pt x="1174355" y="2479814"/>
                </a:lnTo>
                <a:lnTo>
                  <a:pt x="1172539" y="2481141"/>
                </a:lnTo>
                <a:lnTo>
                  <a:pt x="1144879" y="2474436"/>
                </a:lnTo>
                <a:lnTo>
                  <a:pt x="1203482" y="2420653"/>
                </a:lnTo>
                <a:lnTo>
                  <a:pt x="1265088" y="2347522"/>
                </a:lnTo>
                <a:lnTo>
                  <a:pt x="1279197" y="2348220"/>
                </a:lnTo>
                <a:lnTo>
                  <a:pt x="1276403" y="2335857"/>
                </a:lnTo>
                <a:lnTo>
                  <a:pt x="1320198" y="2312318"/>
                </a:lnTo>
                <a:lnTo>
                  <a:pt x="1339057" y="2290177"/>
                </a:lnTo>
                <a:lnTo>
                  <a:pt x="1374260" y="2281306"/>
                </a:lnTo>
                <a:lnTo>
                  <a:pt x="1408416" y="2260212"/>
                </a:lnTo>
                <a:lnTo>
                  <a:pt x="1413934" y="2250293"/>
                </a:lnTo>
                <a:lnTo>
                  <a:pt x="1416728" y="2243588"/>
                </a:lnTo>
                <a:lnTo>
                  <a:pt x="1420220" y="2202028"/>
                </a:lnTo>
                <a:lnTo>
                  <a:pt x="1404644" y="2158862"/>
                </a:lnTo>
                <a:lnTo>
                  <a:pt x="1386274" y="2148664"/>
                </a:lnTo>
                <a:lnTo>
                  <a:pt x="1365948" y="2155719"/>
                </a:lnTo>
                <a:lnTo>
                  <a:pt x="1354144" y="2152297"/>
                </a:lnTo>
                <a:lnTo>
                  <a:pt x="1366437" y="2120516"/>
                </a:lnTo>
                <a:lnTo>
                  <a:pt x="1379988" y="2045429"/>
                </a:lnTo>
                <a:lnTo>
                  <a:pt x="1353376" y="2029085"/>
                </a:lnTo>
                <a:lnTo>
                  <a:pt x="1321455" y="2042076"/>
                </a:lnTo>
                <a:lnTo>
                  <a:pt x="1298056" y="2038794"/>
                </a:lnTo>
                <a:lnTo>
                  <a:pt x="1281712" y="1964475"/>
                </a:lnTo>
                <a:lnTo>
                  <a:pt x="1283947" y="1949458"/>
                </a:lnTo>
                <a:lnTo>
                  <a:pt x="1271374" y="1927246"/>
                </a:lnTo>
                <a:lnTo>
                  <a:pt x="1240222" y="1921030"/>
                </a:lnTo>
                <a:lnTo>
                  <a:pt x="1226113" y="1907829"/>
                </a:lnTo>
                <a:lnTo>
                  <a:pt x="1213051" y="1918865"/>
                </a:lnTo>
                <a:lnTo>
                  <a:pt x="1191957" y="1921449"/>
                </a:lnTo>
                <a:lnTo>
                  <a:pt x="1120782" y="1910134"/>
                </a:lnTo>
                <a:lnTo>
                  <a:pt x="1129583" y="1832532"/>
                </a:lnTo>
                <a:lnTo>
                  <a:pt x="1106463" y="1774349"/>
                </a:lnTo>
                <a:lnTo>
                  <a:pt x="1127278" y="1761357"/>
                </a:lnTo>
                <a:lnTo>
                  <a:pt x="1115473" y="1751159"/>
                </a:lnTo>
                <a:lnTo>
                  <a:pt x="1108419" y="1745013"/>
                </a:lnTo>
                <a:lnTo>
                  <a:pt x="1137336" y="1695979"/>
                </a:lnTo>
                <a:lnTo>
                  <a:pt x="1132865" y="1687039"/>
                </a:lnTo>
                <a:lnTo>
                  <a:pt x="1152982" y="1638145"/>
                </a:lnTo>
                <a:lnTo>
                  <a:pt x="1129303" y="1589042"/>
                </a:lnTo>
                <a:lnTo>
                  <a:pt x="1124274" y="1590509"/>
                </a:lnTo>
                <a:lnTo>
                  <a:pt x="1118267" y="1589042"/>
                </a:lnTo>
                <a:lnTo>
                  <a:pt x="1090118" y="1569624"/>
                </a:lnTo>
                <a:lnTo>
                  <a:pt x="1084321" y="1532395"/>
                </a:lnTo>
                <a:lnTo>
                  <a:pt x="1093611" y="1503339"/>
                </a:lnTo>
                <a:lnTo>
                  <a:pt x="965649" y="1502221"/>
                </a:lnTo>
                <a:lnTo>
                  <a:pt x="961109" y="1447041"/>
                </a:lnTo>
                <a:lnTo>
                  <a:pt x="937221" y="1420499"/>
                </a:lnTo>
                <a:lnTo>
                  <a:pt x="949794" y="1420010"/>
                </a:lnTo>
                <a:lnTo>
                  <a:pt x="958804" y="1419800"/>
                </a:lnTo>
                <a:lnTo>
                  <a:pt x="957058" y="1386902"/>
                </a:lnTo>
                <a:lnTo>
                  <a:pt x="944765" y="1356588"/>
                </a:lnTo>
                <a:lnTo>
                  <a:pt x="949794" y="1345063"/>
                </a:lnTo>
                <a:lnTo>
                  <a:pt x="942460" y="1329068"/>
                </a:lnTo>
                <a:lnTo>
                  <a:pt x="902786" y="1308113"/>
                </a:lnTo>
                <a:lnTo>
                  <a:pt x="852984" y="1310628"/>
                </a:lnTo>
                <a:lnTo>
                  <a:pt x="830074" y="1285064"/>
                </a:lnTo>
                <a:lnTo>
                  <a:pt x="784813" y="1273678"/>
                </a:lnTo>
                <a:lnTo>
                  <a:pt x="763719" y="1250768"/>
                </a:lnTo>
                <a:lnTo>
                  <a:pt x="744091" y="1251606"/>
                </a:lnTo>
                <a:lnTo>
                  <a:pt x="720203" y="1237427"/>
                </a:lnTo>
                <a:lnTo>
                  <a:pt x="713428" y="1236799"/>
                </a:lnTo>
                <a:lnTo>
                  <a:pt x="702881" y="1241059"/>
                </a:lnTo>
                <a:lnTo>
                  <a:pt x="669144" y="1234773"/>
                </a:lnTo>
                <a:lnTo>
                  <a:pt x="664884" y="1226880"/>
                </a:lnTo>
                <a:lnTo>
                  <a:pt x="662649" y="1221502"/>
                </a:lnTo>
                <a:lnTo>
                  <a:pt x="629191" y="1202364"/>
                </a:lnTo>
                <a:lnTo>
                  <a:pt x="601532" y="1151444"/>
                </a:lnTo>
                <a:lnTo>
                  <a:pt x="606072" y="1135938"/>
                </a:lnTo>
                <a:lnTo>
                  <a:pt x="597480" y="1099757"/>
                </a:lnTo>
                <a:lnTo>
                  <a:pt x="607818" y="1074542"/>
                </a:lnTo>
                <a:lnTo>
                  <a:pt x="601043" y="1044228"/>
                </a:lnTo>
                <a:lnTo>
                  <a:pt x="518762" y="1057359"/>
                </a:lnTo>
                <a:lnTo>
                  <a:pt x="459950" y="1091515"/>
                </a:lnTo>
                <a:lnTo>
                  <a:pt x="438576" y="1112050"/>
                </a:lnTo>
                <a:lnTo>
                  <a:pt x="414199" y="1113517"/>
                </a:lnTo>
                <a:lnTo>
                  <a:pt x="397366" y="1132376"/>
                </a:lnTo>
                <a:lnTo>
                  <a:pt x="375713" y="1141875"/>
                </a:lnTo>
                <a:lnTo>
                  <a:pt x="333455" y="1131049"/>
                </a:lnTo>
                <a:lnTo>
                  <a:pt x="282186" y="1129233"/>
                </a:lnTo>
                <a:lnTo>
                  <a:pt x="259276" y="1138732"/>
                </a:lnTo>
                <a:lnTo>
                  <a:pt x="242164" y="1130490"/>
                </a:lnTo>
                <a:lnTo>
                  <a:pt x="237903" y="1132516"/>
                </a:lnTo>
                <a:lnTo>
                  <a:pt x="234620" y="1134960"/>
                </a:lnTo>
                <a:lnTo>
                  <a:pt x="234899" y="1051981"/>
                </a:lnTo>
                <a:lnTo>
                  <a:pt x="241675" y="1025089"/>
                </a:lnTo>
                <a:lnTo>
                  <a:pt x="192921" y="1061969"/>
                </a:lnTo>
                <a:lnTo>
                  <a:pt x="126984" y="1064623"/>
                </a:lnTo>
                <a:lnTo>
                  <a:pt x="127264" y="1058058"/>
                </a:lnTo>
                <a:lnTo>
                  <a:pt x="127752" y="1053448"/>
                </a:lnTo>
                <a:lnTo>
                  <a:pt x="113154" y="1030188"/>
                </a:lnTo>
                <a:lnTo>
                  <a:pt x="55320" y="1023273"/>
                </a:lnTo>
                <a:lnTo>
                  <a:pt x="63632" y="1013075"/>
                </a:lnTo>
                <a:lnTo>
                  <a:pt x="71944" y="1002878"/>
                </a:lnTo>
                <a:lnTo>
                  <a:pt x="71665" y="994077"/>
                </a:lnTo>
                <a:lnTo>
                  <a:pt x="31432" y="948815"/>
                </a:lnTo>
                <a:lnTo>
                  <a:pt x="15646" y="920178"/>
                </a:lnTo>
                <a:lnTo>
                  <a:pt x="19628" y="909421"/>
                </a:lnTo>
                <a:lnTo>
                  <a:pt x="0" y="893635"/>
                </a:lnTo>
                <a:lnTo>
                  <a:pt x="2515" y="881272"/>
                </a:lnTo>
                <a:lnTo>
                  <a:pt x="19628" y="876453"/>
                </a:lnTo>
                <a:lnTo>
                  <a:pt x="13621" y="860458"/>
                </a:lnTo>
                <a:lnTo>
                  <a:pt x="15646" y="852914"/>
                </a:lnTo>
                <a:lnTo>
                  <a:pt x="16904" y="848164"/>
                </a:lnTo>
                <a:lnTo>
                  <a:pt x="60349" y="817501"/>
                </a:lnTo>
                <a:lnTo>
                  <a:pt x="53364" y="791797"/>
                </a:lnTo>
                <a:lnTo>
                  <a:pt x="71455" y="759387"/>
                </a:lnTo>
                <a:lnTo>
                  <a:pt x="77741" y="723625"/>
                </a:lnTo>
                <a:lnTo>
                  <a:pt x="150663" y="680459"/>
                </a:lnTo>
                <a:lnTo>
                  <a:pt x="211500" y="669703"/>
                </a:lnTo>
                <a:lnTo>
                  <a:pt x="223584" y="657339"/>
                </a:lnTo>
                <a:lnTo>
                  <a:pt x="251244" y="655733"/>
                </a:lnTo>
                <a:lnTo>
                  <a:pt x="262769" y="666280"/>
                </a:lnTo>
                <a:lnTo>
                  <a:pt x="281418" y="666280"/>
                </a:lnTo>
                <a:lnTo>
                  <a:pt x="321371" y="449332"/>
                </a:lnTo>
                <a:lnTo>
                  <a:pt x="306563" y="419158"/>
                </a:lnTo>
                <a:lnTo>
                  <a:pt x="305027" y="401486"/>
                </a:lnTo>
                <a:lnTo>
                  <a:pt x="274643" y="375503"/>
                </a:lnTo>
                <a:lnTo>
                  <a:pt x="275621" y="325422"/>
                </a:lnTo>
                <a:lnTo>
                  <a:pt x="316342" y="314875"/>
                </a:lnTo>
                <a:lnTo>
                  <a:pt x="338484" y="320951"/>
                </a:lnTo>
                <a:lnTo>
                  <a:pt x="337995" y="305585"/>
                </a:lnTo>
                <a:lnTo>
                  <a:pt x="327448" y="292453"/>
                </a:lnTo>
                <a:lnTo>
                  <a:pt x="289730" y="291825"/>
                </a:lnTo>
                <a:lnTo>
                  <a:pt x="289940" y="246493"/>
                </a:lnTo>
                <a:lnTo>
                  <a:pt x="311313" y="242023"/>
                </a:lnTo>
                <a:lnTo>
                  <a:pt x="406865" y="245795"/>
                </a:lnTo>
                <a:lnTo>
                  <a:pt x="404351" y="241883"/>
                </a:lnTo>
                <a:lnTo>
                  <a:pt x="401347" y="236924"/>
                </a:lnTo>
                <a:lnTo>
                  <a:pt x="405608" y="227076"/>
                </a:lnTo>
                <a:lnTo>
                  <a:pt x="423768" y="243700"/>
                </a:lnTo>
                <a:lnTo>
                  <a:pt x="460928" y="217995"/>
                </a:lnTo>
                <a:lnTo>
                  <a:pt x="482860" y="253059"/>
                </a:lnTo>
                <a:lnTo>
                  <a:pt x="483349" y="283094"/>
                </a:lnTo>
                <a:lnTo>
                  <a:pt x="484327" y="283583"/>
                </a:lnTo>
                <a:lnTo>
                  <a:pt x="497668" y="280440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País BR"/>
          <p:cNvSpPr/>
          <p:nvPr/>
        </p:nvSpPr>
        <p:spPr>
          <a:xfrm>
            <a:off x="5597740" y="4210720"/>
            <a:ext cx="167774" cy="116995"/>
          </a:xfrm>
          <a:custGeom>
            <a:avLst/>
            <a:gdLst/>
            <a:ahLst/>
            <a:cxnLst/>
            <a:rect l="l" t="t" r="r" b="b"/>
            <a:pathLst>
              <a:path w="167774" h="116995">
                <a:moveTo>
                  <a:pt x="81512" y="7893"/>
                </a:moveTo>
                <a:lnTo>
                  <a:pt x="117205" y="3353"/>
                </a:lnTo>
                <a:lnTo>
                  <a:pt x="167774" y="12712"/>
                </a:lnTo>
                <a:lnTo>
                  <a:pt x="155411" y="54272"/>
                </a:lnTo>
                <a:lnTo>
                  <a:pt x="136552" y="77601"/>
                </a:lnTo>
                <a:lnTo>
                  <a:pt x="137041" y="88986"/>
                </a:lnTo>
                <a:lnTo>
                  <a:pt x="122723" y="97717"/>
                </a:lnTo>
                <a:lnTo>
                  <a:pt x="119230" y="96949"/>
                </a:lnTo>
                <a:lnTo>
                  <a:pt x="113433" y="90523"/>
                </a:lnTo>
                <a:lnTo>
                  <a:pt x="109172" y="103655"/>
                </a:lnTo>
                <a:lnTo>
                  <a:pt x="90034" y="97438"/>
                </a:lnTo>
                <a:lnTo>
                  <a:pt x="88776" y="105820"/>
                </a:lnTo>
                <a:lnTo>
                  <a:pt x="84236" y="111547"/>
                </a:lnTo>
                <a:lnTo>
                  <a:pt x="69149" y="116995"/>
                </a:lnTo>
                <a:lnTo>
                  <a:pt x="50779" y="110919"/>
                </a:lnTo>
                <a:lnTo>
                  <a:pt x="20116" y="116716"/>
                </a:lnTo>
                <a:lnTo>
                  <a:pt x="2514" y="78579"/>
                </a:lnTo>
                <a:lnTo>
                  <a:pt x="4540" y="70547"/>
                </a:lnTo>
                <a:lnTo>
                  <a:pt x="15087" y="68940"/>
                </a:lnTo>
                <a:lnTo>
                  <a:pt x="768" y="62444"/>
                </a:lnTo>
                <a:lnTo>
                  <a:pt x="0" y="55180"/>
                </a:lnTo>
                <a:lnTo>
                  <a:pt x="10337" y="11036"/>
                </a:lnTo>
                <a:lnTo>
                  <a:pt x="23399" y="2864"/>
                </a:lnTo>
                <a:lnTo>
                  <a:pt x="38206" y="0"/>
                </a:lnTo>
                <a:lnTo>
                  <a:pt x="81512" y="7893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País BR"/>
          <p:cNvSpPr/>
          <p:nvPr/>
        </p:nvSpPr>
        <p:spPr>
          <a:xfrm>
            <a:off x="6047142" y="5814291"/>
            <a:ext cx="16065" cy="6845"/>
          </a:xfrm>
          <a:custGeom>
            <a:avLst/>
            <a:gdLst/>
            <a:ahLst/>
            <a:cxnLst/>
            <a:rect l="l" t="t" r="r" b="b"/>
            <a:pathLst>
              <a:path w="16065" h="6845">
                <a:moveTo>
                  <a:pt x="16065" y="4750"/>
                </a:moveTo>
                <a:lnTo>
                  <a:pt x="0" y="6845"/>
                </a:lnTo>
                <a:lnTo>
                  <a:pt x="6007" y="2933"/>
                </a:lnTo>
                <a:lnTo>
                  <a:pt x="8242" y="0"/>
                </a:lnTo>
                <a:lnTo>
                  <a:pt x="16065" y="4750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País BR"/>
          <p:cNvSpPr/>
          <p:nvPr/>
        </p:nvSpPr>
        <p:spPr>
          <a:xfrm>
            <a:off x="5746376" y="6030540"/>
            <a:ext cx="8801" cy="17043"/>
          </a:xfrm>
          <a:custGeom>
            <a:avLst/>
            <a:gdLst/>
            <a:ahLst/>
            <a:cxnLst/>
            <a:rect l="l" t="t" r="r" b="b"/>
            <a:pathLst>
              <a:path w="8801" h="17043">
                <a:moveTo>
                  <a:pt x="5798" y="16205"/>
                </a:moveTo>
                <a:lnTo>
                  <a:pt x="4540" y="17043"/>
                </a:lnTo>
                <a:lnTo>
                  <a:pt x="0" y="8312"/>
                </a:lnTo>
                <a:lnTo>
                  <a:pt x="8801" y="0"/>
                </a:lnTo>
                <a:lnTo>
                  <a:pt x="5798" y="16205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País BR"/>
          <p:cNvSpPr/>
          <p:nvPr/>
        </p:nvSpPr>
        <p:spPr>
          <a:xfrm>
            <a:off x="5970938" y="5859902"/>
            <a:ext cx="13340" cy="11734"/>
          </a:xfrm>
          <a:custGeom>
            <a:avLst/>
            <a:gdLst/>
            <a:ahLst/>
            <a:cxnLst/>
            <a:rect l="l" t="t" r="r" b="b"/>
            <a:pathLst>
              <a:path w="13340" h="11734">
                <a:moveTo>
                  <a:pt x="13340" y="11315"/>
                </a:moveTo>
                <a:lnTo>
                  <a:pt x="0" y="11734"/>
                </a:lnTo>
                <a:lnTo>
                  <a:pt x="10547" y="0"/>
                </a:lnTo>
                <a:lnTo>
                  <a:pt x="13340" y="11315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País BR"/>
          <p:cNvSpPr/>
          <p:nvPr/>
        </p:nvSpPr>
        <p:spPr>
          <a:xfrm>
            <a:off x="6030518" y="4392465"/>
            <a:ext cx="8312" cy="22281"/>
          </a:xfrm>
          <a:custGeom>
            <a:avLst/>
            <a:gdLst/>
            <a:ahLst/>
            <a:cxnLst/>
            <a:rect l="l" t="t" r="r" b="b"/>
            <a:pathLst>
              <a:path w="8312" h="22281">
                <a:moveTo>
                  <a:pt x="7055" y="15506"/>
                </a:moveTo>
                <a:lnTo>
                  <a:pt x="0" y="22281"/>
                </a:lnTo>
                <a:lnTo>
                  <a:pt x="2025" y="4749"/>
                </a:lnTo>
                <a:lnTo>
                  <a:pt x="6775" y="628"/>
                </a:lnTo>
                <a:lnTo>
                  <a:pt x="8312" y="0"/>
                </a:lnTo>
                <a:lnTo>
                  <a:pt x="7055" y="15506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País BR"/>
          <p:cNvSpPr/>
          <p:nvPr/>
        </p:nvSpPr>
        <p:spPr>
          <a:xfrm>
            <a:off x="6439408" y="5102330"/>
            <a:ext cx="10058" cy="15157"/>
          </a:xfrm>
          <a:custGeom>
            <a:avLst/>
            <a:gdLst/>
            <a:ahLst/>
            <a:cxnLst/>
            <a:rect l="l" t="t" r="r" b="b"/>
            <a:pathLst>
              <a:path w="10058" h="15157">
                <a:moveTo>
                  <a:pt x="0" y="15157"/>
                </a:moveTo>
                <a:lnTo>
                  <a:pt x="5239" y="0"/>
                </a:lnTo>
                <a:lnTo>
                  <a:pt x="10058" y="7823"/>
                </a:lnTo>
                <a:lnTo>
                  <a:pt x="0" y="15157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País BR"/>
          <p:cNvSpPr/>
          <p:nvPr/>
        </p:nvSpPr>
        <p:spPr>
          <a:xfrm>
            <a:off x="6419990" y="5138651"/>
            <a:ext cx="8312" cy="9150"/>
          </a:xfrm>
          <a:custGeom>
            <a:avLst/>
            <a:gdLst/>
            <a:ahLst/>
            <a:cxnLst/>
            <a:rect l="l" t="t" r="r" b="b"/>
            <a:pathLst>
              <a:path w="8312" h="9150">
                <a:moveTo>
                  <a:pt x="8312" y="5099"/>
                </a:moveTo>
                <a:lnTo>
                  <a:pt x="6077" y="9150"/>
                </a:lnTo>
                <a:lnTo>
                  <a:pt x="3283" y="8521"/>
                </a:lnTo>
                <a:lnTo>
                  <a:pt x="2026" y="5867"/>
                </a:lnTo>
                <a:lnTo>
                  <a:pt x="0" y="3143"/>
                </a:lnTo>
                <a:lnTo>
                  <a:pt x="8103" y="0"/>
                </a:lnTo>
                <a:lnTo>
                  <a:pt x="8312" y="5099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País BR"/>
          <p:cNvSpPr/>
          <p:nvPr/>
        </p:nvSpPr>
        <p:spPr>
          <a:xfrm>
            <a:off x="6001112" y="4291115"/>
            <a:ext cx="9569" cy="7404"/>
          </a:xfrm>
          <a:custGeom>
            <a:avLst/>
            <a:gdLst/>
            <a:ahLst/>
            <a:cxnLst/>
            <a:rect l="l" t="t" r="r" b="b"/>
            <a:pathLst>
              <a:path w="9569" h="7404">
                <a:moveTo>
                  <a:pt x="9569" y="3632"/>
                </a:moveTo>
                <a:lnTo>
                  <a:pt x="0" y="7404"/>
                </a:lnTo>
                <a:lnTo>
                  <a:pt x="3003" y="0"/>
                </a:lnTo>
                <a:lnTo>
                  <a:pt x="9290" y="699"/>
                </a:lnTo>
                <a:lnTo>
                  <a:pt x="9569" y="3632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País BR"/>
          <p:cNvSpPr/>
          <p:nvPr/>
        </p:nvSpPr>
        <p:spPr>
          <a:xfrm>
            <a:off x="5629171" y="4183898"/>
            <a:ext cx="45262" cy="20396"/>
          </a:xfrm>
          <a:custGeom>
            <a:avLst/>
            <a:gdLst/>
            <a:ahLst/>
            <a:cxnLst/>
            <a:rect l="l" t="t" r="r" b="b"/>
            <a:pathLst>
              <a:path w="45262" h="20396">
                <a:moveTo>
                  <a:pt x="42258" y="0"/>
                </a:moveTo>
                <a:lnTo>
                  <a:pt x="45262" y="3633"/>
                </a:lnTo>
                <a:lnTo>
                  <a:pt x="35204" y="18161"/>
                </a:lnTo>
                <a:lnTo>
                  <a:pt x="29965" y="20396"/>
                </a:lnTo>
                <a:lnTo>
                  <a:pt x="280" y="15646"/>
                </a:lnTo>
                <a:lnTo>
                  <a:pt x="0" y="9360"/>
                </a:lnTo>
                <a:lnTo>
                  <a:pt x="5029" y="2515"/>
                </a:lnTo>
                <a:lnTo>
                  <a:pt x="42258" y="0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País BR"/>
          <p:cNvSpPr/>
          <p:nvPr/>
        </p:nvSpPr>
        <p:spPr>
          <a:xfrm>
            <a:off x="5617646" y="4053073"/>
            <a:ext cx="15297" cy="17322"/>
          </a:xfrm>
          <a:custGeom>
            <a:avLst/>
            <a:gdLst/>
            <a:ahLst/>
            <a:cxnLst/>
            <a:rect l="l" t="t" r="r" b="b"/>
            <a:pathLst>
              <a:path w="15297" h="17322">
                <a:moveTo>
                  <a:pt x="14808" y="14179"/>
                </a:moveTo>
                <a:lnTo>
                  <a:pt x="7753" y="17322"/>
                </a:lnTo>
                <a:lnTo>
                  <a:pt x="3772" y="16135"/>
                </a:lnTo>
                <a:lnTo>
                  <a:pt x="0" y="7753"/>
                </a:lnTo>
                <a:lnTo>
                  <a:pt x="1257" y="838"/>
                </a:lnTo>
                <a:lnTo>
                  <a:pt x="11805" y="0"/>
                </a:lnTo>
                <a:lnTo>
                  <a:pt x="15297" y="11246"/>
                </a:lnTo>
                <a:lnTo>
                  <a:pt x="14808" y="14179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País BR"/>
          <p:cNvSpPr/>
          <p:nvPr/>
        </p:nvSpPr>
        <p:spPr>
          <a:xfrm>
            <a:off x="5580627" y="4205481"/>
            <a:ext cx="27171" cy="19977"/>
          </a:xfrm>
          <a:custGeom>
            <a:avLst/>
            <a:gdLst/>
            <a:ahLst/>
            <a:cxnLst/>
            <a:rect l="l" t="t" r="r" b="b"/>
            <a:pathLst>
              <a:path w="27171" h="19977">
                <a:moveTo>
                  <a:pt x="26961" y="6287"/>
                </a:moveTo>
                <a:lnTo>
                  <a:pt x="7823" y="19977"/>
                </a:lnTo>
                <a:lnTo>
                  <a:pt x="1536" y="15507"/>
                </a:lnTo>
                <a:lnTo>
                  <a:pt x="0" y="12852"/>
                </a:lnTo>
                <a:lnTo>
                  <a:pt x="3073" y="4471"/>
                </a:lnTo>
                <a:lnTo>
                  <a:pt x="13830" y="629"/>
                </a:lnTo>
                <a:lnTo>
                  <a:pt x="19138" y="0"/>
                </a:lnTo>
                <a:lnTo>
                  <a:pt x="25913" y="1188"/>
                </a:lnTo>
                <a:lnTo>
                  <a:pt x="27171" y="4471"/>
                </a:lnTo>
                <a:lnTo>
                  <a:pt x="26961" y="6287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País BR"/>
          <p:cNvSpPr/>
          <p:nvPr/>
        </p:nvSpPr>
        <p:spPr>
          <a:xfrm>
            <a:off x="5665143" y="4196750"/>
            <a:ext cx="31920" cy="15856"/>
          </a:xfrm>
          <a:custGeom>
            <a:avLst/>
            <a:gdLst/>
            <a:ahLst/>
            <a:cxnLst/>
            <a:rect l="l" t="t" r="r" b="b"/>
            <a:pathLst>
              <a:path w="31920" h="15856">
                <a:moveTo>
                  <a:pt x="26891" y="13691"/>
                </a:moveTo>
                <a:lnTo>
                  <a:pt x="8591" y="15856"/>
                </a:lnTo>
                <a:lnTo>
                  <a:pt x="0" y="12364"/>
                </a:lnTo>
                <a:lnTo>
                  <a:pt x="22910" y="0"/>
                </a:lnTo>
                <a:lnTo>
                  <a:pt x="29965" y="1817"/>
                </a:lnTo>
                <a:lnTo>
                  <a:pt x="31920" y="5798"/>
                </a:lnTo>
                <a:lnTo>
                  <a:pt x="31431" y="9709"/>
                </a:lnTo>
                <a:lnTo>
                  <a:pt x="26891" y="13691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País BR"/>
          <p:cNvSpPr/>
          <p:nvPr/>
        </p:nvSpPr>
        <p:spPr>
          <a:xfrm>
            <a:off x="5609544" y="4161338"/>
            <a:ext cx="20395" cy="41838"/>
          </a:xfrm>
          <a:custGeom>
            <a:avLst/>
            <a:gdLst/>
            <a:ahLst/>
            <a:cxnLst/>
            <a:rect l="l" t="t" r="r" b="b"/>
            <a:pathLst>
              <a:path w="20395" h="41838">
                <a:moveTo>
                  <a:pt x="13830" y="31501"/>
                </a:moveTo>
                <a:lnTo>
                  <a:pt x="12573" y="41838"/>
                </a:lnTo>
                <a:lnTo>
                  <a:pt x="0" y="37508"/>
                </a:lnTo>
                <a:lnTo>
                  <a:pt x="1048" y="26961"/>
                </a:lnTo>
                <a:lnTo>
                  <a:pt x="7055" y="24027"/>
                </a:lnTo>
                <a:lnTo>
                  <a:pt x="12084" y="18439"/>
                </a:lnTo>
                <a:lnTo>
                  <a:pt x="17602" y="0"/>
                </a:lnTo>
                <a:lnTo>
                  <a:pt x="20395" y="23189"/>
                </a:lnTo>
                <a:lnTo>
                  <a:pt x="13830" y="31501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País BR"/>
          <p:cNvSpPr/>
          <p:nvPr/>
        </p:nvSpPr>
        <p:spPr>
          <a:xfrm>
            <a:off x="5633711" y="4158055"/>
            <a:ext cx="17113" cy="19417"/>
          </a:xfrm>
          <a:custGeom>
            <a:avLst/>
            <a:gdLst/>
            <a:ahLst/>
            <a:cxnLst/>
            <a:rect l="l" t="t" r="r" b="b"/>
            <a:pathLst>
              <a:path w="17113" h="19417">
                <a:moveTo>
                  <a:pt x="8801" y="17112"/>
                </a:moveTo>
                <a:lnTo>
                  <a:pt x="1258" y="19417"/>
                </a:lnTo>
                <a:lnTo>
                  <a:pt x="0" y="17252"/>
                </a:lnTo>
                <a:lnTo>
                  <a:pt x="0" y="8521"/>
                </a:lnTo>
                <a:lnTo>
                  <a:pt x="15367" y="0"/>
                </a:lnTo>
                <a:lnTo>
                  <a:pt x="17113" y="3073"/>
                </a:lnTo>
                <a:lnTo>
                  <a:pt x="16834" y="8032"/>
                </a:lnTo>
                <a:lnTo>
                  <a:pt x="8801" y="17112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País BR"/>
          <p:cNvSpPr/>
          <p:nvPr/>
        </p:nvSpPr>
        <p:spPr>
          <a:xfrm>
            <a:off x="5517764" y="4240405"/>
            <a:ext cx="54341" cy="63632"/>
          </a:xfrm>
          <a:custGeom>
            <a:avLst/>
            <a:gdLst/>
            <a:ahLst/>
            <a:cxnLst/>
            <a:rect l="l" t="t" r="r" b="b"/>
            <a:pathLst>
              <a:path w="54341" h="63632">
                <a:moveTo>
                  <a:pt x="7543" y="62305"/>
                </a:moveTo>
                <a:lnTo>
                  <a:pt x="0" y="63632"/>
                </a:lnTo>
                <a:lnTo>
                  <a:pt x="9569" y="46170"/>
                </a:lnTo>
                <a:lnTo>
                  <a:pt x="18160" y="38068"/>
                </a:lnTo>
                <a:lnTo>
                  <a:pt x="18370" y="21933"/>
                </a:lnTo>
                <a:lnTo>
                  <a:pt x="27450" y="7614"/>
                </a:lnTo>
                <a:lnTo>
                  <a:pt x="35971" y="1677"/>
                </a:lnTo>
                <a:lnTo>
                  <a:pt x="47776" y="0"/>
                </a:lnTo>
                <a:lnTo>
                  <a:pt x="54341" y="8731"/>
                </a:lnTo>
                <a:lnTo>
                  <a:pt x="46309" y="33597"/>
                </a:lnTo>
                <a:lnTo>
                  <a:pt x="7543" y="62305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País BR"/>
          <p:cNvSpPr/>
          <p:nvPr/>
        </p:nvSpPr>
        <p:spPr>
          <a:xfrm>
            <a:off x="5754199" y="6116453"/>
            <a:ext cx="9779" cy="28778"/>
          </a:xfrm>
          <a:custGeom>
            <a:avLst/>
            <a:gdLst/>
            <a:ahLst/>
            <a:cxnLst/>
            <a:rect l="l" t="t" r="r" b="b"/>
            <a:pathLst>
              <a:path w="9779" h="28778">
                <a:moveTo>
                  <a:pt x="4750" y="25635"/>
                </a:moveTo>
                <a:lnTo>
                  <a:pt x="0" y="28778"/>
                </a:lnTo>
                <a:lnTo>
                  <a:pt x="978" y="12154"/>
                </a:lnTo>
                <a:lnTo>
                  <a:pt x="9779" y="0"/>
                </a:lnTo>
                <a:lnTo>
                  <a:pt x="4750" y="25635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País BO"/>
          <p:cNvSpPr/>
          <p:nvPr/>
        </p:nvSpPr>
        <p:spPr>
          <a:xfrm>
            <a:off x="4282432" y="4880982"/>
            <a:ext cx="847396" cy="920387"/>
          </a:xfrm>
          <a:custGeom>
            <a:avLst/>
            <a:gdLst/>
            <a:ahLst/>
            <a:cxnLst/>
            <a:rect l="l" t="t" r="r" b="b"/>
            <a:pathLst>
              <a:path w="847396" h="920387">
                <a:moveTo>
                  <a:pt x="8032" y="544325"/>
                </a:moveTo>
                <a:lnTo>
                  <a:pt x="0" y="523022"/>
                </a:lnTo>
                <a:lnTo>
                  <a:pt x="42188" y="484046"/>
                </a:lnTo>
                <a:lnTo>
                  <a:pt x="40930" y="477131"/>
                </a:lnTo>
                <a:lnTo>
                  <a:pt x="41489" y="472452"/>
                </a:lnTo>
                <a:lnTo>
                  <a:pt x="54760" y="462882"/>
                </a:lnTo>
                <a:lnTo>
                  <a:pt x="28637" y="449611"/>
                </a:lnTo>
                <a:lnTo>
                  <a:pt x="16344" y="420764"/>
                </a:lnTo>
                <a:lnTo>
                  <a:pt x="14318" y="414129"/>
                </a:lnTo>
                <a:lnTo>
                  <a:pt x="31641" y="385840"/>
                </a:lnTo>
                <a:lnTo>
                  <a:pt x="17601" y="366841"/>
                </a:lnTo>
                <a:lnTo>
                  <a:pt x="17601" y="361463"/>
                </a:lnTo>
                <a:lnTo>
                  <a:pt x="18579" y="355037"/>
                </a:lnTo>
                <a:lnTo>
                  <a:pt x="52805" y="311382"/>
                </a:lnTo>
                <a:lnTo>
                  <a:pt x="38416" y="277366"/>
                </a:lnTo>
                <a:lnTo>
                  <a:pt x="44982" y="264374"/>
                </a:lnTo>
                <a:lnTo>
                  <a:pt x="45261" y="221348"/>
                </a:lnTo>
                <a:lnTo>
                  <a:pt x="65587" y="194876"/>
                </a:lnTo>
                <a:lnTo>
                  <a:pt x="3213" y="86611"/>
                </a:lnTo>
                <a:lnTo>
                  <a:pt x="54271" y="90732"/>
                </a:lnTo>
                <a:lnTo>
                  <a:pt x="70127" y="97647"/>
                </a:lnTo>
                <a:lnTo>
                  <a:pt x="91780" y="88148"/>
                </a:lnTo>
                <a:lnTo>
                  <a:pt x="108613" y="69289"/>
                </a:lnTo>
                <a:lnTo>
                  <a:pt x="132990" y="67822"/>
                </a:lnTo>
                <a:lnTo>
                  <a:pt x="154364" y="47287"/>
                </a:lnTo>
                <a:lnTo>
                  <a:pt x="213176" y="13131"/>
                </a:lnTo>
                <a:lnTo>
                  <a:pt x="295457" y="0"/>
                </a:lnTo>
                <a:lnTo>
                  <a:pt x="302232" y="30314"/>
                </a:lnTo>
                <a:lnTo>
                  <a:pt x="291894" y="55529"/>
                </a:lnTo>
                <a:lnTo>
                  <a:pt x="300486" y="91710"/>
                </a:lnTo>
                <a:lnTo>
                  <a:pt x="295946" y="107216"/>
                </a:lnTo>
                <a:lnTo>
                  <a:pt x="323605" y="158136"/>
                </a:lnTo>
                <a:lnTo>
                  <a:pt x="357063" y="177274"/>
                </a:lnTo>
                <a:lnTo>
                  <a:pt x="359298" y="182652"/>
                </a:lnTo>
                <a:lnTo>
                  <a:pt x="363558" y="190545"/>
                </a:lnTo>
                <a:lnTo>
                  <a:pt x="397295" y="196831"/>
                </a:lnTo>
                <a:lnTo>
                  <a:pt x="407842" y="192571"/>
                </a:lnTo>
                <a:lnTo>
                  <a:pt x="414617" y="193199"/>
                </a:lnTo>
                <a:lnTo>
                  <a:pt x="438505" y="207378"/>
                </a:lnTo>
                <a:lnTo>
                  <a:pt x="458133" y="206540"/>
                </a:lnTo>
                <a:lnTo>
                  <a:pt x="479227" y="229450"/>
                </a:lnTo>
                <a:lnTo>
                  <a:pt x="524488" y="240836"/>
                </a:lnTo>
                <a:lnTo>
                  <a:pt x="547398" y="266400"/>
                </a:lnTo>
                <a:lnTo>
                  <a:pt x="597200" y="263885"/>
                </a:lnTo>
                <a:lnTo>
                  <a:pt x="636874" y="284840"/>
                </a:lnTo>
                <a:lnTo>
                  <a:pt x="644208" y="300835"/>
                </a:lnTo>
                <a:lnTo>
                  <a:pt x="639179" y="312360"/>
                </a:lnTo>
                <a:lnTo>
                  <a:pt x="651472" y="342674"/>
                </a:lnTo>
                <a:lnTo>
                  <a:pt x="653218" y="375572"/>
                </a:lnTo>
                <a:lnTo>
                  <a:pt x="644208" y="375782"/>
                </a:lnTo>
                <a:lnTo>
                  <a:pt x="631635" y="376271"/>
                </a:lnTo>
                <a:lnTo>
                  <a:pt x="655523" y="402813"/>
                </a:lnTo>
                <a:lnTo>
                  <a:pt x="660063" y="457993"/>
                </a:lnTo>
                <a:lnTo>
                  <a:pt x="788025" y="459111"/>
                </a:lnTo>
                <a:lnTo>
                  <a:pt x="778735" y="488167"/>
                </a:lnTo>
                <a:lnTo>
                  <a:pt x="784532" y="525396"/>
                </a:lnTo>
                <a:lnTo>
                  <a:pt x="812681" y="544814"/>
                </a:lnTo>
                <a:lnTo>
                  <a:pt x="818688" y="546281"/>
                </a:lnTo>
                <a:lnTo>
                  <a:pt x="823717" y="544814"/>
                </a:lnTo>
                <a:lnTo>
                  <a:pt x="847396" y="593917"/>
                </a:lnTo>
                <a:lnTo>
                  <a:pt x="827279" y="642811"/>
                </a:lnTo>
                <a:lnTo>
                  <a:pt x="831750" y="651751"/>
                </a:lnTo>
                <a:lnTo>
                  <a:pt x="802833" y="700785"/>
                </a:lnTo>
                <a:lnTo>
                  <a:pt x="809887" y="706931"/>
                </a:lnTo>
                <a:lnTo>
                  <a:pt x="821692" y="717129"/>
                </a:lnTo>
                <a:lnTo>
                  <a:pt x="805627" y="729143"/>
                </a:lnTo>
                <a:lnTo>
                  <a:pt x="800877" y="730121"/>
                </a:lnTo>
                <a:lnTo>
                  <a:pt x="799620" y="705884"/>
                </a:lnTo>
                <a:lnTo>
                  <a:pt x="735988" y="668725"/>
                </a:lnTo>
                <a:lnTo>
                  <a:pt x="704556" y="669144"/>
                </a:lnTo>
                <a:lnTo>
                  <a:pt x="671868" y="669493"/>
                </a:lnTo>
                <a:lnTo>
                  <a:pt x="549634" y="693870"/>
                </a:lnTo>
                <a:lnTo>
                  <a:pt x="545093" y="705255"/>
                </a:lnTo>
                <a:lnTo>
                  <a:pt x="538598" y="722438"/>
                </a:lnTo>
                <a:lnTo>
                  <a:pt x="513452" y="757851"/>
                </a:lnTo>
                <a:lnTo>
                  <a:pt x="513452" y="775941"/>
                </a:lnTo>
                <a:lnTo>
                  <a:pt x="513452" y="793054"/>
                </a:lnTo>
                <a:lnTo>
                  <a:pt x="487259" y="874637"/>
                </a:lnTo>
                <a:lnTo>
                  <a:pt x="474477" y="858292"/>
                </a:lnTo>
                <a:lnTo>
                  <a:pt x="402813" y="858781"/>
                </a:lnTo>
                <a:lnTo>
                  <a:pt x="398552" y="860318"/>
                </a:lnTo>
                <a:lnTo>
                  <a:pt x="394781" y="863391"/>
                </a:lnTo>
                <a:lnTo>
                  <a:pt x="370334" y="916126"/>
                </a:lnTo>
                <a:lnTo>
                  <a:pt x="350776" y="874287"/>
                </a:lnTo>
                <a:lnTo>
                  <a:pt x="323605" y="865906"/>
                </a:lnTo>
                <a:lnTo>
                  <a:pt x="269264" y="865277"/>
                </a:lnTo>
                <a:lnTo>
                  <a:pt x="237832" y="844462"/>
                </a:lnTo>
                <a:lnTo>
                  <a:pt x="227774" y="866255"/>
                </a:lnTo>
                <a:lnTo>
                  <a:pt x="203676" y="873449"/>
                </a:lnTo>
                <a:lnTo>
                  <a:pt x="169730" y="915637"/>
                </a:lnTo>
                <a:lnTo>
                  <a:pt x="133968" y="920387"/>
                </a:lnTo>
                <a:lnTo>
                  <a:pt x="121954" y="915777"/>
                </a:lnTo>
                <a:lnTo>
                  <a:pt x="121954" y="892727"/>
                </a:lnTo>
                <a:lnTo>
                  <a:pt x="100581" y="831610"/>
                </a:lnTo>
                <a:lnTo>
                  <a:pt x="99812" y="819736"/>
                </a:lnTo>
                <a:lnTo>
                  <a:pt x="99812" y="809398"/>
                </a:lnTo>
                <a:lnTo>
                  <a:pt x="91780" y="797524"/>
                </a:lnTo>
                <a:lnTo>
                  <a:pt x="83189" y="784812"/>
                </a:lnTo>
                <a:lnTo>
                  <a:pt x="76413" y="783066"/>
                </a:lnTo>
                <a:lnTo>
                  <a:pt x="74667" y="781669"/>
                </a:lnTo>
                <a:lnTo>
                  <a:pt x="79696" y="762461"/>
                </a:lnTo>
                <a:lnTo>
                  <a:pt x="60558" y="747723"/>
                </a:lnTo>
                <a:lnTo>
                  <a:pt x="65587" y="740319"/>
                </a:lnTo>
                <a:lnTo>
                  <a:pt x="60837" y="724882"/>
                </a:lnTo>
                <a:lnTo>
                  <a:pt x="74388" y="716291"/>
                </a:lnTo>
                <a:lnTo>
                  <a:pt x="64818" y="699039"/>
                </a:lnTo>
                <a:lnTo>
                  <a:pt x="80674" y="677386"/>
                </a:lnTo>
                <a:lnTo>
                  <a:pt x="45960" y="646583"/>
                </a:lnTo>
                <a:lnTo>
                  <a:pt x="33666" y="588958"/>
                </a:lnTo>
                <a:lnTo>
                  <a:pt x="37159" y="582392"/>
                </a:lnTo>
                <a:lnTo>
                  <a:pt x="24097" y="576455"/>
                </a:lnTo>
                <a:lnTo>
                  <a:pt x="21862" y="574919"/>
                </a:lnTo>
                <a:lnTo>
                  <a:pt x="8032" y="544325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País BZ"/>
          <p:cNvSpPr/>
          <p:nvPr/>
        </p:nvSpPr>
        <p:spPr>
          <a:xfrm>
            <a:off x="2912712" y="2911687"/>
            <a:ext cx="80465" cy="181046"/>
          </a:xfrm>
          <a:custGeom>
            <a:avLst/>
            <a:gdLst/>
            <a:ahLst/>
            <a:cxnLst/>
            <a:rect l="l" t="t" r="r" b="b"/>
            <a:pathLst>
              <a:path w="80465" h="181046">
                <a:moveTo>
                  <a:pt x="5308" y="46588"/>
                </a:moveTo>
                <a:lnTo>
                  <a:pt x="5029" y="40511"/>
                </a:lnTo>
                <a:lnTo>
                  <a:pt x="7055" y="35762"/>
                </a:lnTo>
                <a:lnTo>
                  <a:pt x="29965" y="36111"/>
                </a:lnTo>
                <a:lnTo>
                  <a:pt x="54062" y="349"/>
                </a:lnTo>
                <a:lnTo>
                  <a:pt x="60349" y="0"/>
                </a:lnTo>
                <a:lnTo>
                  <a:pt x="65657" y="698"/>
                </a:lnTo>
                <a:lnTo>
                  <a:pt x="61885" y="8591"/>
                </a:lnTo>
                <a:lnTo>
                  <a:pt x="77182" y="9220"/>
                </a:lnTo>
                <a:lnTo>
                  <a:pt x="80465" y="17811"/>
                </a:lnTo>
                <a:lnTo>
                  <a:pt x="67403" y="60837"/>
                </a:lnTo>
                <a:lnTo>
                  <a:pt x="72153" y="67403"/>
                </a:lnTo>
                <a:lnTo>
                  <a:pt x="67683" y="76134"/>
                </a:lnTo>
                <a:lnTo>
                  <a:pt x="66146" y="81722"/>
                </a:lnTo>
                <a:lnTo>
                  <a:pt x="64400" y="129149"/>
                </a:lnTo>
                <a:lnTo>
                  <a:pt x="24936" y="172175"/>
                </a:lnTo>
                <a:lnTo>
                  <a:pt x="22631" y="176436"/>
                </a:lnTo>
                <a:lnTo>
                  <a:pt x="23888" y="181046"/>
                </a:lnTo>
                <a:lnTo>
                  <a:pt x="0" y="180766"/>
                </a:lnTo>
                <a:lnTo>
                  <a:pt x="5308" y="46588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País BZ"/>
          <p:cNvSpPr/>
          <p:nvPr/>
        </p:nvSpPr>
        <p:spPr>
          <a:xfrm>
            <a:off x="3002467" y="2934597"/>
            <a:ext cx="7054" cy="15995"/>
          </a:xfrm>
          <a:custGeom>
            <a:avLst/>
            <a:gdLst/>
            <a:ahLst/>
            <a:cxnLst/>
            <a:rect l="l" t="t" r="r" b="b"/>
            <a:pathLst>
              <a:path w="7054" h="15995">
                <a:moveTo>
                  <a:pt x="0" y="15995"/>
                </a:moveTo>
                <a:lnTo>
                  <a:pt x="6286" y="0"/>
                </a:lnTo>
                <a:lnTo>
                  <a:pt x="7054" y="978"/>
                </a:lnTo>
                <a:lnTo>
                  <a:pt x="0" y="15995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País BS"/>
          <p:cNvSpPr/>
          <p:nvPr/>
        </p:nvSpPr>
        <p:spPr>
          <a:xfrm>
            <a:off x="3697524" y="2508873"/>
            <a:ext cx="30664" cy="35623"/>
          </a:xfrm>
          <a:custGeom>
            <a:avLst/>
            <a:gdLst/>
            <a:ahLst/>
            <a:cxnLst/>
            <a:rect l="l" t="t" r="r" b="b"/>
            <a:pathLst>
              <a:path w="30664" h="35623">
                <a:moveTo>
                  <a:pt x="23888" y="0"/>
                </a:moveTo>
                <a:lnTo>
                  <a:pt x="24098" y="1537"/>
                </a:lnTo>
                <a:lnTo>
                  <a:pt x="17113" y="5937"/>
                </a:lnTo>
                <a:lnTo>
                  <a:pt x="22142" y="9080"/>
                </a:lnTo>
                <a:lnTo>
                  <a:pt x="26892" y="2305"/>
                </a:lnTo>
                <a:lnTo>
                  <a:pt x="30664" y="7893"/>
                </a:lnTo>
                <a:lnTo>
                  <a:pt x="29686" y="35623"/>
                </a:lnTo>
                <a:lnTo>
                  <a:pt x="16065" y="34645"/>
                </a:lnTo>
                <a:lnTo>
                  <a:pt x="0" y="2026"/>
                </a:lnTo>
                <a:lnTo>
                  <a:pt x="23888" y="0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País BS"/>
          <p:cNvSpPr/>
          <p:nvPr/>
        </p:nvSpPr>
        <p:spPr>
          <a:xfrm>
            <a:off x="3701506" y="2323496"/>
            <a:ext cx="63142" cy="69779"/>
          </a:xfrm>
          <a:custGeom>
            <a:avLst/>
            <a:gdLst/>
            <a:ahLst/>
            <a:cxnLst/>
            <a:rect l="l" t="t" r="r" b="b"/>
            <a:pathLst>
              <a:path w="63142" h="69779">
                <a:moveTo>
                  <a:pt x="50081" y="69779"/>
                </a:moveTo>
                <a:lnTo>
                  <a:pt x="37717" y="61327"/>
                </a:lnTo>
                <a:lnTo>
                  <a:pt x="45261" y="56368"/>
                </a:lnTo>
                <a:lnTo>
                  <a:pt x="48544" y="52107"/>
                </a:lnTo>
                <a:lnTo>
                  <a:pt x="49312" y="23888"/>
                </a:lnTo>
                <a:lnTo>
                  <a:pt x="42747" y="19837"/>
                </a:lnTo>
                <a:lnTo>
                  <a:pt x="30174" y="3982"/>
                </a:lnTo>
                <a:lnTo>
                  <a:pt x="10337" y="70"/>
                </a:lnTo>
                <a:lnTo>
                  <a:pt x="0" y="0"/>
                </a:lnTo>
                <a:lnTo>
                  <a:pt x="28707" y="0"/>
                </a:lnTo>
                <a:lnTo>
                  <a:pt x="61117" y="26054"/>
                </a:lnTo>
                <a:lnTo>
                  <a:pt x="63142" y="39744"/>
                </a:lnTo>
                <a:lnTo>
                  <a:pt x="54062" y="46310"/>
                </a:lnTo>
                <a:lnTo>
                  <a:pt x="52595" y="66147"/>
                </a:lnTo>
                <a:lnTo>
                  <a:pt x="50081" y="69779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País BS"/>
          <p:cNvSpPr/>
          <p:nvPr/>
        </p:nvSpPr>
        <p:spPr>
          <a:xfrm>
            <a:off x="3999268" y="2713877"/>
            <a:ext cx="46728" cy="23679"/>
          </a:xfrm>
          <a:custGeom>
            <a:avLst/>
            <a:gdLst/>
            <a:ahLst/>
            <a:cxnLst/>
            <a:rect l="l" t="t" r="r" b="b"/>
            <a:pathLst>
              <a:path w="46728" h="23679">
                <a:moveTo>
                  <a:pt x="45471" y="8521"/>
                </a:moveTo>
                <a:lnTo>
                  <a:pt x="43515" y="13620"/>
                </a:lnTo>
                <a:lnTo>
                  <a:pt x="35971" y="23469"/>
                </a:lnTo>
                <a:lnTo>
                  <a:pt x="0" y="23679"/>
                </a:lnTo>
                <a:lnTo>
                  <a:pt x="0" y="14738"/>
                </a:lnTo>
                <a:lnTo>
                  <a:pt x="6496" y="13131"/>
                </a:lnTo>
                <a:lnTo>
                  <a:pt x="11036" y="8661"/>
                </a:lnTo>
                <a:lnTo>
                  <a:pt x="31152" y="11176"/>
                </a:lnTo>
                <a:lnTo>
                  <a:pt x="37927" y="7683"/>
                </a:lnTo>
                <a:lnTo>
                  <a:pt x="43515" y="0"/>
                </a:lnTo>
                <a:lnTo>
                  <a:pt x="46728" y="978"/>
                </a:lnTo>
                <a:lnTo>
                  <a:pt x="45471" y="8521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País BS"/>
          <p:cNvSpPr/>
          <p:nvPr/>
        </p:nvSpPr>
        <p:spPr>
          <a:xfrm>
            <a:off x="3667070" y="2442308"/>
            <a:ext cx="48265" cy="63911"/>
          </a:xfrm>
          <a:custGeom>
            <a:avLst/>
            <a:gdLst/>
            <a:ahLst/>
            <a:cxnLst/>
            <a:rect l="l" t="t" r="r" b="b"/>
            <a:pathLst>
              <a:path w="48265" h="63911">
                <a:moveTo>
                  <a:pt x="48265" y="34575"/>
                </a:moveTo>
                <a:lnTo>
                  <a:pt x="48265" y="51618"/>
                </a:lnTo>
                <a:lnTo>
                  <a:pt x="27451" y="63911"/>
                </a:lnTo>
                <a:lnTo>
                  <a:pt x="20396" y="49452"/>
                </a:lnTo>
                <a:lnTo>
                  <a:pt x="0" y="40093"/>
                </a:lnTo>
                <a:lnTo>
                  <a:pt x="13621" y="38277"/>
                </a:lnTo>
                <a:lnTo>
                  <a:pt x="9570" y="31292"/>
                </a:lnTo>
                <a:lnTo>
                  <a:pt x="17602" y="19907"/>
                </a:lnTo>
                <a:lnTo>
                  <a:pt x="19139" y="0"/>
                </a:lnTo>
                <a:lnTo>
                  <a:pt x="28149" y="4121"/>
                </a:lnTo>
                <a:lnTo>
                  <a:pt x="32200" y="8242"/>
                </a:lnTo>
                <a:lnTo>
                  <a:pt x="48265" y="34575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País BS"/>
          <p:cNvSpPr/>
          <p:nvPr/>
        </p:nvSpPr>
        <p:spPr>
          <a:xfrm>
            <a:off x="3628584" y="2330831"/>
            <a:ext cx="74458" cy="20744"/>
          </a:xfrm>
          <a:custGeom>
            <a:avLst/>
            <a:gdLst/>
            <a:ahLst/>
            <a:cxnLst/>
            <a:rect l="l" t="t" r="r" b="b"/>
            <a:pathLst>
              <a:path w="74458" h="20744">
                <a:moveTo>
                  <a:pt x="34505" y="4749"/>
                </a:moveTo>
                <a:lnTo>
                  <a:pt x="74458" y="7403"/>
                </a:lnTo>
                <a:lnTo>
                  <a:pt x="16903" y="20744"/>
                </a:lnTo>
                <a:lnTo>
                  <a:pt x="13132" y="18858"/>
                </a:lnTo>
                <a:lnTo>
                  <a:pt x="0" y="7543"/>
                </a:lnTo>
                <a:lnTo>
                  <a:pt x="3562" y="8731"/>
                </a:lnTo>
                <a:lnTo>
                  <a:pt x="13132" y="15087"/>
                </a:lnTo>
                <a:lnTo>
                  <a:pt x="19139" y="13829"/>
                </a:lnTo>
                <a:lnTo>
                  <a:pt x="24657" y="9708"/>
                </a:lnTo>
                <a:lnTo>
                  <a:pt x="27171" y="0"/>
                </a:lnTo>
                <a:lnTo>
                  <a:pt x="34505" y="4749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País BS"/>
          <p:cNvSpPr/>
          <p:nvPr/>
        </p:nvSpPr>
        <p:spPr>
          <a:xfrm>
            <a:off x="3728188" y="2450690"/>
            <a:ext cx="20395" cy="4680"/>
          </a:xfrm>
          <a:custGeom>
            <a:avLst/>
            <a:gdLst/>
            <a:ahLst/>
            <a:cxnLst/>
            <a:rect l="l" t="t" r="r" b="b"/>
            <a:pathLst>
              <a:path w="20395" h="4680">
                <a:moveTo>
                  <a:pt x="14807" y="4680"/>
                </a:moveTo>
                <a:lnTo>
                  <a:pt x="0" y="3632"/>
                </a:lnTo>
                <a:lnTo>
                  <a:pt x="16065" y="0"/>
                </a:lnTo>
                <a:lnTo>
                  <a:pt x="19836" y="1816"/>
                </a:lnTo>
                <a:lnTo>
                  <a:pt x="20395" y="2654"/>
                </a:lnTo>
                <a:lnTo>
                  <a:pt x="14807" y="4680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País BS"/>
          <p:cNvSpPr/>
          <p:nvPr/>
        </p:nvSpPr>
        <p:spPr>
          <a:xfrm>
            <a:off x="3955473" y="2607359"/>
            <a:ext cx="17392" cy="8940"/>
          </a:xfrm>
          <a:custGeom>
            <a:avLst/>
            <a:gdLst/>
            <a:ahLst/>
            <a:cxnLst/>
            <a:rect l="l" t="t" r="r" b="b"/>
            <a:pathLst>
              <a:path w="17392" h="8940">
                <a:moveTo>
                  <a:pt x="17392" y="8102"/>
                </a:moveTo>
                <a:lnTo>
                  <a:pt x="2305" y="8940"/>
                </a:lnTo>
                <a:lnTo>
                  <a:pt x="0" y="0"/>
                </a:lnTo>
                <a:lnTo>
                  <a:pt x="17392" y="8102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País BS"/>
          <p:cNvSpPr/>
          <p:nvPr/>
        </p:nvSpPr>
        <p:spPr>
          <a:xfrm>
            <a:off x="3938430" y="2517464"/>
            <a:ext cx="8521" cy="11665"/>
          </a:xfrm>
          <a:custGeom>
            <a:avLst/>
            <a:gdLst/>
            <a:ahLst/>
            <a:cxnLst/>
            <a:rect l="l" t="t" r="r" b="b"/>
            <a:pathLst>
              <a:path w="8521" h="11665">
                <a:moveTo>
                  <a:pt x="8521" y="3982"/>
                </a:moveTo>
                <a:lnTo>
                  <a:pt x="3004" y="11665"/>
                </a:lnTo>
                <a:lnTo>
                  <a:pt x="0" y="10897"/>
                </a:lnTo>
                <a:lnTo>
                  <a:pt x="1746" y="1467"/>
                </a:lnTo>
                <a:lnTo>
                  <a:pt x="5518" y="0"/>
                </a:lnTo>
                <a:lnTo>
                  <a:pt x="6985" y="0"/>
                </a:lnTo>
                <a:lnTo>
                  <a:pt x="8521" y="3982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País BS"/>
          <p:cNvSpPr/>
          <p:nvPr/>
        </p:nvSpPr>
        <p:spPr>
          <a:xfrm>
            <a:off x="3962528" y="2614833"/>
            <a:ext cx="25913" cy="36111"/>
          </a:xfrm>
          <a:custGeom>
            <a:avLst/>
            <a:gdLst/>
            <a:ahLst/>
            <a:cxnLst/>
            <a:rect l="l" t="t" r="r" b="b"/>
            <a:pathLst>
              <a:path w="25913" h="36111">
                <a:moveTo>
                  <a:pt x="0" y="36111"/>
                </a:moveTo>
                <a:lnTo>
                  <a:pt x="20884" y="14318"/>
                </a:lnTo>
                <a:lnTo>
                  <a:pt x="17601" y="1117"/>
                </a:lnTo>
                <a:lnTo>
                  <a:pt x="24935" y="0"/>
                </a:lnTo>
                <a:lnTo>
                  <a:pt x="22910" y="3492"/>
                </a:lnTo>
                <a:lnTo>
                  <a:pt x="25913" y="13480"/>
                </a:lnTo>
                <a:lnTo>
                  <a:pt x="0" y="36111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País BS"/>
          <p:cNvSpPr/>
          <p:nvPr/>
        </p:nvSpPr>
        <p:spPr>
          <a:xfrm>
            <a:off x="3782739" y="2416953"/>
            <a:ext cx="45541" cy="63911"/>
          </a:xfrm>
          <a:custGeom>
            <a:avLst/>
            <a:gdLst/>
            <a:ahLst/>
            <a:cxnLst/>
            <a:rect l="l" t="t" r="r" b="b"/>
            <a:pathLst>
              <a:path w="45541" h="63911">
                <a:moveTo>
                  <a:pt x="9080" y="5448"/>
                </a:moveTo>
                <a:lnTo>
                  <a:pt x="45541" y="29686"/>
                </a:lnTo>
                <a:lnTo>
                  <a:pt x="42747" y="63911"/>
                </a:lnTo>
                <a:lnTo>
                  <a:pt x="32200" y="52107"/>
                </a:lnTo>
                <a:lnTo>
                  <a:pt x="39464" y="51897"/>
                </a:lnTo>
                <a:lnTo>
                  <a:pt x="43236" y="31152"/>
                </a:lnTo>
                <a:lnTo>
                  <a:pt x="34714" y="24028"/>
                </a:lnTo>
                <a:lnTo>
                  <a:pt x="28707" y="17602"/>
                </a:lnTo>
                <a:lnTo>
                  <a:pt x="0" y="9709"/>
                </a:lnTo>
                <a:lnTo>
                  <a:pt x="4819" y="0"/>
                </a:lnTo>
                <a:lnTo>
                  <a:pt x="9080" y="5448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País BS"/>
          <p:cNvSpPr/>
          <p:nvPr/>
        </p:nvSpPr>
        <p:spPr>
          <a:xfrm>
            <a:off x="3834566" y="2549245"/>
            <a:ext cx="26123" cy="15367"/>
          </a:xfrm>
          <a:custGeom>
            <a:avLst/>
            <a:gdLst/>
            <a:ahLst/>
            <a:cxnLst/>
            <a:rect l="l" t="t" r="r" b="b"/>
            <a:pathLst>
              <a:path w="26123" h="15367">
                <a:moveTo>
                  <a:pt x="26123" y="15367"/>
                </a:moveTo>
                <a:lnTo>
                  <a:pt x="0" y="4750"/>
                </a:lnTo>
                <a:lnTo>
                  <a:pt x="2026" y="0"/>
                </a:lnTo>
                <a:lnTo>
                  <a:pt x="26123" y="15367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País BS"/>
          <p:cNvSpPr/>
          <p:nvPr/>
        </p:nvSpPr>
        <p:spPr>
          <a:xfrm>
            <a:off x="3885066" y="2549455"/>
            <a:ext cx="33248" cy="55808"/>
          </a:xfrm>
          <a:custGeom>
            <a:avLst/>
            <a:gdLst/>
            <a:ahLst/>
            <a:cxnLst/>
            <a:rect l="l" t="t" r="r" b="b"/>
            <a:pathLst>
              <a:path w="33248" h="55808">
                <a:moveTo>
                  <a:pt x="33248" y="53992"/>
                </a:moveTo>
                <a:lnTo>
                  <a:pt x="32689" y="55808"/>
                </a:lnTo>
                <a:lnTo>
                  <a:pt x="23888" y="41839"/>
                </a:lnTo>
                <a:lnTo>
                  <a:pt x="12852" y="38486"/>
                </a:lnTo>
                <a:lnTo>
                  <a:pt x="6286" y="35064"/>
                </a:lnTo>
                <a:lnTo>
                  <a:pt x="12852" y="27939"/>
                </a:lnTo>
                <a:lnTo>
                  <a:pt x="0" y="0"/>
                </a:lnTo>
                <a:lnTo>
                  <a:pt x="33248" y="53992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País BS"/>
          <p:cNvSpPr/>
          <p:nvPr/>
        </p:nvSpPr>
        <p:spPr>
          <a:xfrm>
            <a:off x="3856428" y="2478070"/>
            <a:ext cx="29197" cy="38417"/>
          </a:xfrm>
          <a:custGeom>
            <a:avLst/>
            <a:gdLst/>
            <a:ahLst/>
            <a:cxnLst/>
            <a:rect l="l" t="t" r="r" b="b"/>
            <a:pathLst>
              <a:path w="29197" h="38417">
                <a:moveTo>
                  <a:pt x="29197" y="34156"/>
                </a:moveTo>
                <a:lnTo>
                  <a:pt x="15577" y="38417"/>
                </a:lnTo>
                <a:lnTo>
                  <a:pt x="22142" y="29616"/>
                </a:lnTo>
                <a:lnTo>
                  <a:pt x="0" y="0"/>
                </a:lnTo>
                <a:lnTo>
                  <a:pt x="29197" y="34156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País BS"/>
          <p:cNvSpPr/>
          <p:nvPr/>
        </p:nvSpPr>
        <p:spPr>
          <a:xfrm>
            <a:off x="4035449" y="2634111"/>
            <a:ext cx="28917" cy="9010"/>
          </a:xfrm>
          <a:custGeom>
            <a:avLst/>
            <a:gdLst/>
            <a:ahLst/>
            <a:cxnLst/>
            <a:rect l="l" t="t" r="r" b="b"/>
            <a:pathLst>
              <a:path w="28917" h="9010">
                <a:moveTo>
                  <a:pt x="8591" y="1816"/>
                </a:moveTo>
                <a:lnTo>
                  <a:pt x="28917" y="9010"/>
                </a:lnTo>
                <a:lnTo>
                  <a:pt x="0" y="5238"/>
                </a:lnTo>
                <a:lnTo>
                  <a:pt x="2514" y="0"/>
                </a:lnTo>
                <a:lnTo>
                  <a:pt x="8591" y="1816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País BS"/>
          <p:cNvSpPr/>
          <p:nvPr/>
        </p:nvSpPr>
        <p:spPr>
          <a:xfrm>
            <a:off x="4042504" y="2696555"/>
            <a:ext cx="10058" cy="7264"/>
          </a:xfrm>
          <a:custGeom>
            <a:avLst/>
            <a:gdLst/>
            <a:ahLst/>
            <a:cxnLst/>
            <a:rect l="l" t="t" r="r" b="b"/>
            <a:pathLst>
              <a:path w="10058" h="7264">
                <a:moveTo>
                  <a:pt x="10058" y="3911"/>
                </a:moveTo>
                <a:lnTo>
                  <a:pt x="768" y="7264"/>
                </a:lnTo>
                <a:lnTo>
                  <a:pt x="0" y="3283"/>
                </a:lnTo>
                <a:lnTo>
                  <a:pt x="4540" y="0"/>
                </a:lnTo>
                <a:lnTo>
                  <a:pt x="10058" y="3911"/>
                </a:lnTo>
                <a:close/>
              </a:path>
            </a:pathLst>
          </a:custGeom>
          <a:solidFill>
            <a:srgbClr val="3A3A48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País AR"/>
          <p:cNvSpPr/>
          <p:nvPr/>
        </p:nvSpPr>
        <p:spPr>
          <a:xfrm>
            <a:off x="4006532" y="5725444"/>
            <a:ext cx="1390325" cy="2130714"/>
          </a:xfrm>
          <a:custGeom>
            <a:avLst/>
            <a:gdLst/>
            <a:ahLst/>
            <a:cxnLst/>
            <a:rect l="l" t="t" r="r" b="b"/>
            <a:pathLst>
              <a:path w="1390325" h="2130714">
                <a:moveTo>
                  <a:pt x="1115193" y="585746"/>
                </a:moveTo>
                <a:lnTo>
                  <a:pt x="1096893" y="613894"/>
                </a:lnTo>
                <a:lnTo>
                  <a:pt x="1100665" y="622416"/>
                </a:lnTo>
                <a:lnTo>
                  <a:pt x="1101154" y="632614"/>
                </a:lnTo>
                <a:lnTo>
                  <a:pt x="1085578" y="671519"/>
                </a:lnTo>
                <a:lnTo>
                  <a:pt x="1088791" y="685838"/>
                </a:lnTo>
                <a:lnTo>
                  <a:pt x="1074751" y="707002"/>
                </a:lnTo>
                <a:lnTo>
                  <a:pt x="1079501" y="729702"/>
                </a:lnTo>
                <a:lnTo>
                  <a:pt x="1072446" y="751635"/>
                </a:lnTo>
                <a:lnTo>
                  <a:pt x="1076009" y="779295"/>
                </a:lnTo>
                <a:lnTo>
                  <a:pt x="1073983" y="783206"/>
                </a:lnTo>
                <a:lnTo>
                  <a:pt x="1070491" y="787676"/>
                </a:lnTo>
                <a:lnTo>
                  <a:pt x="1058407" y="789981"/>
                </a:lnTo>
                <a:lnTo>
                  <a:pt x="1056102" y="802135"/>
                </a:lnTo>
                <a:lnTo>
                  <a:pt x="1049816" y="828537"/>
                </a:lnTo>
                <a:lnTo>
                  <a:pt x="1060642" y="865487"/>
                </a:lnTo>
                <a:lnTo>
                  <a:pt x="1051352" y="872681"/>
                </a:lnTo>
                <a:lnTo>
                  <a:pt x="1068186" y="899712"/>
                </a:lnTo>
                <a:lnTo>
                  <a:pt x="1104437" y="914520"/>
                </a:lnTo>
                <a:lnTo>
                  <a:pt x="1119524" y="923251"/>
                </a:lnTo>
                <a:lnTo>
                  <a:pt x="1136567" y="934986"/>
                </a:lnTo>
                <a:lnTo>
                  <a:pt x="1145926" y="947139"/>
                </a:lnTo>
                <a:lnTo>
                  <a:pt x="1146625" y="957197"/>
                </a:lnTo>
                <a:lnTo>
                  <a:pt x="1133074" y="972215"/>
                </a:lnTo>
                <a:lnTo>
                  <a:pt x="1131538" y="984718"/>
                </a:lnTo>
                <a:lnTo>
                  <a:pt x="1152422" y="1012447"/>
                </a:lnTo>
                <a:lnTo>
                  <a:pt x="1177568" y="1018873"/>
                </a:lnTo>
                <a:lnTo>
                  <a:pt x="1176799" y="1058547"/>
                </a:lnTo>
                <a:lnTo>
                  <a:pt x="1151654" y="1092772"/>
                </a:lnTo>
                <a:lnTo>
                  <a:pt x="1130071" y="1113587"/>
                </a:lnTo>
                <a:lnTo>
                  <a:pt x="1122248" y="1124972"/>
                </a:lnTo>
                <a:lnTo>
                  <a:pt x="1119524" y="1137405"/>
                </a:lnTo>
                <a:lnTo>
                  <a:pt x="1112679" y="1143203"/>
                </a:lnTo>
                <a:lnTo>
                  <a:pt x="1075520" y="1161852"/>
                </a:lnTo>
                <a:lnTo>
                  <a:pt x="960340" y="1190001"/>
                </a:lnTo>
                <a:lnTo>
                  <a:pt x="885114" y="1199430"/>
                </a:lnTo>
                <a:lnTo>
                  <a:pt x="870586" y="1200757"/>
                </a:lnTo>
                <a:lnTo>
                  <a:pt x="819247" y="1198592"/>
                </a:lnTo>
                <a:lnTo>
                  <a:pt x="785092" y="1187347"/>
                </a:lnTo>
                <a:lnTo>
                  <a:pt x="787816" y="1218219"/>
                </a:lnTo>
                <a:lnTo>
                  <a:pt x="804928" y="1227370"/>
                </a:lnTo>
                <a:lnTo>
                  <a:pt x="796128" y="1227858"/>
                </a:lnTo>
                <a:lnTo>
                  <a:pt x="799410" y="1231351"/>
                </a:lnTo>
                <a:lnTo>
                  <a:pt x="803182" y="1233516"/>
                </a:lnTo>
                <a:lnTo>
                  <a:pt x="802693" y="1240920"/>
                </a:lnTo>
                <a:lnTo>
                  <a:pt x="799410" y="1258871"/>
                </a:lnTo>
                <a:lnTo>
                  <a:pt x="790819" y="1262782"/>
                </a:lnTo>
                <a:lnTo>
                  <a:pt x="788584" y="1263691"/>
                </a:lnTo>
                <a:lnTo>
                  <a:pt x="785790" y="1267602"/>
                </a:lnTo>
                <a:lnTo>
                  <a:pt x="780551" y="1284854"/>
                </a:lnTo>
                <a:lnTo>
                  <a:pt x="778805" y="1295960"/>
                </a:lnTo>
                <a:lnTo>
                  <a:pt x="781040" y="1303155"/>
                </a:lnTo>
                <a:lnTo>
                  <a:pt x="791378" y="1318172"/>
                </a:lnTo>
                <a:lnTo>
                  <a:pt x="787606" y="1328021"/>
                </a:lnTo>
                <a:lnTo>
                  <a:pt x="781040" y="1333329"/>
                </a:lnTo>
                <a:lnTo>
                  <a:pt x="752892" y="1344225"/>
                </a:lnTo>
                <a:lnTo>
                  <a:pt x="741576" y="1348626"/>
                </a:lnTo>
                <a:lnTo>
                  <a:pt x="723975" y="1351629"/>
                </a:lnTo>
                <a:lnTo>
                  <a:pt x="695267" y="1352118"/>
                </a:lnTo>
                <a:lnTo>
                  <a:pt x="609284" y="1328021"/>
                </a:lnTo>
                <a:lnTo>
                  <a:pt x="608027" y="1322503"/>
                </a:lnTo>
                <a:lnTo>
                  <a:pt x="604744" y="1322153"/>
                </a:lnTo>
                <a:lnTo>
                  <a:pt x="594197" y="1327392"/>
                </a:lnTo>
                <a:lnTo>
                  <a:pt x="588190" y="1348346"/>
                </a:lnTo>
                <a:lnTo>
                  <a:pt x="599994" y="1417985"/>
                </a:lnTo>
                <a:lnTo>
                  <a:pt x="631426" y="1428602"/>
                </a:lnTo>
                <a:lnTo>
                  <a:pt x="628911" y="1439917"/>
                </a:lnTo>
                <a:lnTo>
                  <a:pt x="639458" y="1441104"/>
                </a:lnTo>
                <a:lnTo>
                  <a:pt x="650285" y="1440266"/>
                </a:lnTo>
                <a:lnTo>
                  <a:pt x="661880" y="1438311"/>
                </a:lnTo>
                <a:lnTo>
                  <a:pt x="664604" y="1435447"/>
                </a:lnTo>
                <a:lnTo>
                  <a:pt x="664604" y="1429370"/>
                </a:lnTo>
                <a:lnTo>
                  <a:pt x="651263" y="1428252"/>
                </a:lnTo>
                <a:lnTo>
                  <a:pt x="652799" y="1426087"/>
                </a:lnTo>
                <a:lnTo>
                  <a:pt x="683253" y="1418683"/>
                </a:lnTo>
                <a:lnTo>
                  <a:pt x="694778" y="1430557"/>
                </a:lnTo>
                <a:lnTo>
                  <a:pt x="695546" y="1459405"/>
                </a:lnTo>
                <a:lnTo>
                  <a:pt x="693800" y="1462827"/>
                </a:lnTo>
                <a:lnTo>
                  <a:pt x="690238" y="1467088"/>
                </a:lnTo>
                <a:lnTo>
                  <a:pt x="666350" y="1472257"/>
                </a:lnTo>
                <a:lnTo>
                  <a:pt x="634709" y="1446692"/>
                </a:lnTo>
                <a:lnTo>
                  <a:pt x="600972" y="1457379"/>
                </a:lnTo>
                <a:lnTo>
                  <a:pt x="597200" y="1463805"/>
                </a:lnTo>
                <a:lnTo>
                  <a:pt x="646513" y="1478473"/>
                </a:lnTo>
                <a:lnTo>
                  <a:pt x="610332" y="1493840"/>
                </a:lnTo>
                <a:lnTo>
                  <a:pt x="581415" y="1520522"/>
                </a:lnTo>
                <a:lnTo>
                  <a:pt x="578900" y="1575702"/>
                </a:lnTo>
                <a:lnTo>
                  <a:pt x="573871" y="1583874"/>
                </a:lnTo>
                <a:lnTo>
                  <a:pt x="553755" y="1596726"/>
                </a:lnTo>
                <a:lnTo>
                  <a:pt x="554453" y="1620823"/>
                </a:lnTo>
                <a:lnTo>
                  <a:pt x="546211" y="1620823"/>
                </a:lnTo>
                <a:lnTo>
                  <a:pt x="516037" y="1617890"/>
                </a:lnTo>
                <a:lnTo>
                  <a:pt x="463441" y="1638285"/>
                </a:lnTo>
                <a:lnTo>
                  <a:pt x="417412" y="1693815"/>
                </a:lnTo>
                <a:lnTo>
                  <a:pt x="423977" y="1721125"/>
                </a:lnTo>
                <a:lnTo>
                  <a:pt x="432289" y="1728878"/>
                </a:lnTo>
                <a:lnTo>
                  <a:pt x="475036" y="1760380"/>
                </a:lnTo>
                <a:lnTo>
                  <a:pt x="539366" y="1770927"/>
                </a:lnTo>
                <a:lnTo>
                  <a:pt x="545164" y="1777981"/>
                </a:lnTo>
                <a:lnTo>
                  <a:pt x="547469" y="1784128"/>
                </a:lnTo>
                <a:lnTo>
                  <a:pt x="544954" y="1799704"/>
                </a:lnTo>
                <a:lnTo>
                  <a:pt x="542160" y="1804663"/>
                </a:lnTo>
                <a:lnTo>
                  <a:pt x="537131" y="1808994"/>
                </a:lnTo>
                <a:lnTo>
                  <a:pt x="526305" y="1814722"/>
                </a:lnTo>
                <a:lnTo>
                  <a:pt x="513522" y="1817725"/>
                </a:lnTo>
                <a:lnTo>
                  <a:pt x="533848" y="1817725"/>
                </a:lnTo>
                <a:lnTo>
                  <a:pt x="538668" y="1819681"/>
                </a:lnTo>
                <a:lnTo>
                  <a:pt x="542440" y="1825758"/>
                </a:lnTo>
                <a:lnTo>
                  <a:pt x="426771" y="1896304"/>
                </a:lnTo>
                <a:lnTo>
                  <a:pt x="411405" y="1916909"/>
                </a:lnTo>
                <a:lnTo>
                  <a:pt x="404629" y="1959726"/>
                </a:lnTo>
                <a:lnTo>
                  <a:pt x="401626" y="1963987"/>
                </a:lnTo>
                <a:lnTo>
                  <a:pt x="395549" y="1968457"/>
                </a:lnTo>
                <a:lnTo>
                  <a:pt x="379205" y="1976001"/>
                </a:lnTo>
                <a:lnTo>
                  <a:pt x="371452" y="1976839"/>
                </a:lnTo>
                <a:lnTo>
                  <a:pt x="342744" y="1952322"/>
                </a:lnTo>
                <a:lnTo>
                  <a:pt x="343233" y="1965104"/>
                </a:lnTo>
                <a:lnTo>
                  <a:pt x="325631" y="1967339"/>
                </a:lnTo>
                <a:lnTo>
                  <a:pt x="321161" y="1969784"/>
                </a:lnTo>
                <a:lnTo>
                  <a:pt x="336947" y="1968736"/>
                </a:lnTo>
                <a:lnTo>
                  <a:pt x="347773" y="1970273"/>
                </a:lnTo>
                <a:lnTo>
                  <a:pt x="360136" y="1980611"/>
                </a:lnTo>
                <a:lnTo>
                  <a:pt x="323885" y="1996257"/>
                </a:lnTo>
                <a:lnTo>
                  <a:pt x="308798" y="2029923"/>
                </a:lnTo>
                <a:lnTo>
                  <a:pt x="303280" y="2036000"/>
                </a:lnTo>
                <a:lnTo>
                  <a:pt x="294479" y="2041308"/>
                </a:lnTo>
                <a:lnTo>
                  <a:pt x="305515" y="2039004"/>
                </a:lnTo>
                <a:lnTo>
                  <a:pt x="315573" y="2077629"/>
                </a:lnTo>
                <a:lnTo>
                  <a:pt x="287215" y="2080284"/>
                </a:lnTo>
                <a:lnTo>
                  <a:pt x="322139" y="2086710"/>
                </a:lnTo>
                <a:lnTo>
                  <a:pt x="361882" y="2130714"/>
                </a:lnTo>
                <a:lnTo>
                  <a:pt x="252500" y="2109829"/>
                </a:lnTo>
                <a:lnTo>
                  <a:pt x="112176" y="2106826"/>
                </a:lnTo>
                <a:lnTo>
                  <a:pt x="113433" y="2100889"/>
                </a:lnTo>
                <a:lnTo>
                  <a:pt x="81512" y="2077210"/>
                </a:lnTo>
                <a:lnTo>
                  <a:pt x="84516" y="2072251"/>
                </a:lnTo>
                <a:lnTo>
                  <a:pt x="88777" y="2060237"/>
                </a:lnTo>
                <a:lnTo>
                  <a:pt x="83748" y="2046058"/>
                </a:lnTo>
                <a:lnTo>
                  <a:pt x="90802" y="2033066"/>
                </a:lnTo>
                <a:lnTo>
                  <a:pt x="89056" y="2024755"/>
                </a:lnTo>
                <a:lnTo>
                  <a:pt x="86262" y="2017211"/>
                </a:lnTo>
                <a:lnTo>
                  <a:pt x="74458" y="2011972"/>
                </a:lnTo>
                <a:lnTo>
                  <a:pt x="29406" y="2021122"/>
                </a:lnTo>
                <a:lnTo>
                  <a:pt x="5308" y="1978306"/>
                </a:lnTo>
                <a:lnTo>
                  <a:pt x="7334" y="1955256"/>
                </a:lnTo>
                <a:lnTo>
                  <a:pt x="5029" y="1948480"/>
                </a:lnTo>
                <a:lnTo>
                  <a:pt x="0" y="1940448"/>
                </a:lnTo>
                <a:lnTo>
                  <a:pt x="8032" y="1921659"/>
                </a:lnTo>
                <a:lnTo>
                  <a:pt x="30663" y="1920681"/>
                </a:lnTo>
                <a:lnTo>
                  <a:pt x="37997" y="1900704"/>
                </a:lnTo>
                <a:lnTo>
                  <a:pt x="67124" y="1885268"/>
                </a:lnTo>
                <a:lnTo>
                  <a:pt x="67683" y="1866130"/>
                </a:lnTo>
                <a:lnTo>
                  <a:pt x="89545" y="1845874"/>
                </a:lnTo>
                <a:lnTo>
                  <a:pt x="73969" y="1821287"/>
                </a:lnTo>
                <a:lnTo>
                  <a:pt x="85983" y="1794466"/>
                </a:lnTo>
                <a:lnTo>
                  <a:pt x="116716" y="1774070"/>
                </a:lnTo>
                <a:lnTo>
                  <a:pt x="114201" y="1748296"/>
                </a:lnTo>
                <a:lnTo>
                  <a:pt x="131035" y="1735654"/>
                </a:lnTo>
                <a:lnTo>
                  <a:pt x="118672" y="1701358"/>
                </a:lnTo>
                <a:lnTo>
                  <a:pt x="135784" y="1686900"/>
                </a:lnTo>
                <a:lnTo>
                  <a:pt x="132502" y="1681661"/>
                </a:lnTo>
                <a:lnTo>
                  <a:pt x="127472" y="1678937"/>
                </a:lnTo>
                <a:lnTo>
                  <a:pt x="126006" y="1670904"/>
                </a:lnTo>
                <a:lnTo>
                  <a:pt x="127752" y="1660707"/>
                </a:lnTo>
                <a:lnTo>
                  <a:pt x="131524" y="1657703"/>
                </a:lnTo>
                <a:lnTo>
                  <a:pt x="144376" y="1656097"/>
                </a:lnTo>
                <a:lnTo>
                  <a:pt x="155132" y="1636469"/>
                </a:lnTo>
                <a:lnTo>
                  <a:pt x="138299" y="1618868"/>
                </a:lnTo>
                <a:lnTo>
                  <a:pt x="123212" y="1615515"/>
                </a:lnTo>
                <a:lnTo>
                  <a:pt x="107147" y="1613699"/>
                </a:lnTo>
                <a:lnTo>
                  <a:pt x="105121" y="1607832"/>
                </a:lnTo>
                <a:lnTo>
                  <a:pt x="105610" y="1604479"/>
                </a:lnTo>
                <a:lnTo>
                  <a:pt x="161698" y="1603711"/>
                </a:lnTo>
                <a:lnTo>
                  <a:pt x="164492" y="1594491"/>
                </a:lnTo>
                <a:lnTo>
                  <a:pt x="168753" y="1589671"/>
                </a:lnTo>
                <a:lnTo>
                  <a:pt x="169521" y="1585061"/>
                </a:lnTo>
                <a:lnTo>
                  <a:pt x="164981" y="1581289"/>
                </a:lnTo>
                <a:lnTo>
                  <a:pt x="157158" y="1580172"/>
                </a:lnTo>
                <a:lnTo>
                  <a:pt x="122723" y="1577308"/>
                </a:lnTo>
                <a:lnTo>
                  <a:pt x="123212" y="1557890"/>
                </a:lnTo>
                <a:lnTo>
                  <a:pt x="132502" y="1545527"/>
                </a:lnTo>
                <a:lnTo>
                  <a:pt x="116716" y="1504876"/>
                </a:lnTo>
                <a:lnTo>
                  <a:pt x="127472" y="1497262"/>
                </a:lnTo>
                <a:lnTo>
                  <a:pt x="99813" y="1479940"/>
                </a:lnTo>
                <a:lnTo>
                  <a:pt x="100092" y="1451093"/>
                </a:lnTo>
                <a:lnTo>
                  <a:pt x="102607" y="1447321"/>
                </a:lnTo>
                <a:lnTo>
                  <a:pt x="106378" y="1443759"/>
                </a:lnTo>
                <a:lnTo>
                  <a:pt x="102607" y="1428392"/>
                </a:lnTo>
                <a:lnTo>
                  <a:pt x="127472" y="1414073"/>
                </a:lnTo>
                <a:lnTo>
                  <a:pt x="116157" y="1386344"/>
                </a:lnTo>
                <a:lnTo>
                  <a:pt x="114900" y="1319359"/>
                </a:lnTo>
                <a:lnTo>
                  <a:pt x="130546" y="1297776"/>
                </a:lnTo>
                <a:lnTo>
                  <a:pt x="122723" y="1283458"/>
                </a:lnTo>
                <a:lnTo>
                  <a:pt x="133759" y="1272561"/>
                </a:lnTo>
                <a:lnTo>
                  <a:pt x="129498" y="1245670"/>
                </a:lnTo>
                <a:lnTo>
                  <a:pt x="142350" y="1243365"/>
                </a:lnTo>
                <a:lnTo>
                  <a:pt x="151919" y="1196636"/>
                </a:lnTo>
                <a:lnTo>
                  <a:pt x="183351" y="1182946"/>
                </a:lnTo>
                <a:lnTo>
                  <a:pt x="187123" y="1178965"/>
                </a:lnTo>
                <a:lnTo>
                  <a:pt x="189847" y="1173656"/>
                </a:lnTo>
                <a:lnTo>
                  <a:pt x="168264" y="1114844"/>
                </a:lnTo>
                <a:lnTo>
                  <a:pt x="165959" y="1082575"/>
                </a:lnTo>
                <a:lnTo>
                  <a:pt x="168473" y="1077476"/>
                </a:lnTo>
                <a:lnTo>
                  <a:pt x="171756" y="1069583"/>
                </a:lnTo>
                <a:lnTo>
                  <a:pt x="166448" y="1050654"/>
                </a:lnTo>
                <a:lnTo>
                  <a:pt x="176017" y="1028233"/>
                </a:lnTo>
                <a:lnTo>
                  <a:pt x="197390" y="1019153"/>
                </a:lnTo>
                <a:lnTo>
                  <a:pt x="221558" y="995963"/>
                </a:lnTo>
                <a:lnTo>
                  <a:pt x="220789" y="958385"/>
                </a:lnTo>
                <a:lnTo>
                  <a:pt x="211011" y="939107"/>
                </a:lnTo>
                <a:lnTo>
                  <a:pt x="222326" y="932052"/>
                </a:lnTo>
                <a:lnTo>
                  <a:pt x="246214" y="873031"/>
                </a:lnTo>
                <a:lnTo>
                  <a:pt x="260044" y="867722"/>
                </a:lnTo>
                <a:lnTo>
                  <a:pt x="262279" y="801995"/>
                </a:lnTo>
                <a:lnTo>
                  <a:pt x="243909" y="796268"/>
                </a:lnTo>
                <a:lnTo>
                  <a:pt x="248170" y="774056"/>
                </a:lnTo>
                <a:lnTo>
                  <a:pt x="224282" y="718177"/>
                </a:lnTo>
                <a:lnTo>
                  <a:pt x="232105" y="709307"/>
                </a:lnTo>
                <a:lnTo>
                  <a:pt x="218275" y="701204"/>
                </a:lnTo>
                <a:lnTo>
                  <a:pt x="212966" y="688981"/>
                </a:lnTo>
                <a:lnTo>
                  <a:pt x="208985" y="682206"/>
                </a:lnTo>
                <a:lnTo>
                  <a:pt x="210242" y="672357"/>
                </a:lnTo>
                <a:lnTo>
                  <a:pt x="211011" y="664604"/>
                </a:lnTo>
                <a:lnTo>
                  <a:pt x="212757" y="658038"/>
                </a:lnTo>
                <a:lnTo>
                  <a:pt x="213525" y="652800"/>
                </a:lnTo>
                <a:lnTo>
                  <a:pt x="228054" y="644069"/>
                </a:lnTo>
                <a:lnTo>
                  <a:pt x="225539" y="635617"/>
                </a:lnTo>
                <a:lnTo>
                  <a:pt x="237902" y="599576"/>
                </a:lnTo>
                <a:lnTo>
                  <a:pt x="252710" y="597690"/>
                </a:lnTo>
                <a:lnTo>
                  <a:pt x="260812" y="584838"/>
                </a:lnTo>
                <a:lnTo>
                  <a:pt x="252500" y="578132"/>
                </a:lnTo>
                <a:lnTo>
                  <a:pt x="247960" y="525397"/>
                </a:lnTo>
                <a:lnTo>
                  <a:pt x="261790" y="509961"/>
                </a:lnTo>
                <a:lnTo>
                  <a:pt x="273874" y="461835"/>
                </a:lnTo>
                <a:lnTo>
                  <a:pt x="307541" y="427680"/>
                </a:lnTo>
                <a:lnTo>
                  <a:pt x="330451" y="373827"/>
                </a:lnTo>
                <a:lnTo>
                  <a:pt x="348053" y="372849"/>
                </a:lnTo>
                <a:lnTo>
                  <a:pt x="367121" y="361184"/>
                </a:lnTo>
                <a:lnTo>
                  <a:pt x="348053" y="326051"/>
                </a:lnTo>
                <a:lnTo>
                  <a:pt x="360625" y="303979"/>
                </a:lnTo>
                <a:lnTo>
                  <a:pt x="347564" y="257320"/>
                </a:lnTo>
                <a:lnTo>
                  <a:pt x="348053" y="252710"/>
                </a:lnTo>
                <a:lnTo>
                  <a:pt x="351824" y="239928"/>
                </a:lnTo>
                <a:lnTo>
                  <a:pt x="362651" y="229800"/>
                </a:lnTo>
                <a:lnTo>
                  <a:pt x="350288" y="212059"/>
                </a:lnTo>
                <a:lnTo>
                  <a:pt x="350288" y="205772"/>
                </a:lnTo>
                <a:lnTo>
                  <a:pt x="354059" y="197530"/>
                </a:lnTo>
                <a:lnTo>
                  <a:pt x="371941" y="180907"/>
                </a:lnTo>
                <a:lnTo>
                  <a:pt x="434524" y="155901"/>
                </a:lnTo>
                <a:lnTo>
                  <a:pt x="458692" y="83748"/>
                </a:lnTo>
                <a:lnTo>
                  <a:pt x="445630" y="71175"/>
                </a:lnTo>
                <a:lnTo>
                  <a:pt x="479576" y="28987"/>
                </a:lnTo>
                <a:lnTo>
                  <a:pt x="503674" y="21793"/>
                </a:lnTo>
                <a:lnTo>
                  <a:pt x="513732" y="0"/>
                </a:lnTo>
                <a:lnTo>
                  <a:pt x="545164" y="20815"/>
                </a:lnTo>
                <a:lnTo>
                  <a:pt x="599505" y="21444"/>
                </a:lnTo>
                <a:lnTo>
                  <a:pt x="626676" y="29825"/>
                </a:lnTo>
                <a:lnTo>
                  <a:pt x="646234" y="71664"/>
                </a:lnTo>
                <a:lnTo>
                  <a:pt x="674452" y="15856"/>
                </a:lnTo>
                <a:lnTo>
                  <a:pt x="749609" y="13690"/>
                </a:lnTo>
                <a:lnTo>
                  <a:pt x="793613" y="56647"/>
                </a:lnTo>
                <a:lnTo>
                  <a:pt x="803951" y="74528"/>
                </a:lnTo>
                <a:lnTo>
                  <a:pt x="813450" y="87799"/>
                </a:lnTo>
                <a:lnTo>
                  <a:pt x="876104" y="136413"/>
                </a:lnTo>
                <a:lnTo>
                  <a:pt x="955800" y="160022"/>
                </a:lnTo>
                <a:lnTo>
                  <a:pt x="1005113" y="192781"/>
                </a:lnTo>
                <a:lnTo>
                  <a:pt x="1062388" y="220580"/>
                </a:lnTo>
                <a:lnTo>
                  <a:pt x="1090816" y="226867"/>
                </a:lnTo>
                <a:lnTo>
                  <a:pt x="1100386" y="232943"/>
                </a:lnTo>
                <a:lnTo>
                  <a:pt x="1112679" y="246284"/>
                </a:lnTo>
                <a:lnTo>
                  <a:pt x="1117987" y="260673"/>
                </a:lnTo>
                <a:lnTo>
                  <a:pt x="1080269" y="305795"/>
                </a:lnTo>
                <a:lnTo>
                  <a:pt x="1074472" y="337226"/>
                </a:lnTo>
                <a:lnTo>
                  <a:pt x="1044787" y="372220"/>
                </a:lnTo>
                <a:lnTo>
                  <a:pt x="1043040" y="376760"/>
                </a:lnTo>
                <a:lnTo>
                  <a:pt x="1045834" y="385002"/>
                </a:lnTo>
                <a:lnTo>
                  <a:pt x="1076218" y="382209"/>
                </a:lnTo>
                <a:lnTo>
                  <a:pt x="1197195" y="401696"/>
                </a:lnTo>
                <a:lnTo>
                  <a:pt x="1216333" y="385561"/>
                </a:lnTo>
                <a:lnTo>
                  <a:pt x="1247485" y="391987"/>
                </a:lnTo>
                <a:lnTo>
                  <a:pt x="1267602" y="363769"/>
                </a:lnTo>
                <a:lnTo>
                  <a:pt x="1287997" y="358321"/>
                </a:lnTo>
                <a:lnTo>
                  <a:pt x="1314609" y="330381"/>
                </a:lnTo>
                <a:lnTo>
                  <a:pt x="1324458" y="263607"/>
                </a:lnTo>
                <a:lnTo>
                  <a:pt x="1366437" y="263746"/>
                </a:lnTo>
                <a:lnTo>
                  <a:pt x="1370418" y="268566"/>
                </a:lnTo>
                <a:lnTo>
                  <a:pt x="1374958" y="270172"/>
                </a:lnTo>
                <a:lnTo>
                  <a:pt x="1390325" y="308938"/>
                </a:lnTo>
                <a:lnTo>
                  <a:pt x="1387042" y="354898"/>
                </a:lnTo>
                <a:lnTo>
                  <a:pt x="1384248" y="361603"/>
                </a:lnTo>
                <a:lnTo>
                  <a:pt x="1378730" y="371522"/>
                </a:lnTo>
                <a:lnTo>
                  <a:pt x="1344574" y="392616"/>
                </a:lnTo>
                <a:lnTo>
                  <a:pt x="1309371" y="401487"/>
                </a:lnTo>
                <a:lnTo>
                  <a:pt x="1290512" y="423628"/>
                </a:lnTo>
                <a:lnTo>
                  <a:pt x="1246717" y="447167"/>
                </a:lnTo>
                <a:lnTo>
                  <a:pt x="1249511" y="459530"/>
                </a:lnTo>
                <a:lnTo>
                  <a:pt x="1235402" y="458832"/>
                </a:lnTo>
                <a:lnTo>
                  <a:pt x="1173796" y="531963"/>
                </a:lnTo>
                <a:lnTo>
                  <a:pt x="1115193" y="585746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País AR"/>
          <p:cNvSpPr/>
          <p:nvPr/>
        </p:nvSpPr>
        <p:spPr>
          <a:xfrm>
            <a:off x="4350324" y="7880256"/>
            <a:ext cx="242652" cy="166238"/>
          </a:xfrm>
          <a:custGeom>
            <a:avLst/>
            <a:gdLst/>
            <a:ahLst/>
            <a:cxnLst/>
            <a:rect l="l" t="t" r="r" b="b"/>
            <a:pathLst>
              <a:path w="242652" h="166238">
                <a:moveTo>
                  <a:pt x="0" y="153805"/>
                </a:moveTo>
                <a:lnTo>
                  <a:pt x="1746" y="0"/>
                </a:lnTo>
                <a:lnTo>
                  <a:pt x="28917" y="29964"/>
                </a:lnTo>
                <a:lnTo>
                  <a:pt x="22351" y="25704"/>
                </a:lnTo>
                <a:lnTo>
                  <a:pt x="15576" y="28148"/>
                </a:lnTo>
                <a:lnTo>
                  <a:pt x="11525" y="42607"/>
                </a:lnTo>
                <a:lnTo>
                  <a:pt x="18300" y="44912"/>
                </a:lnTo>
                <a:lnTo>
                  <a:pt x="34435" y="45750"/>
                </a:lnTo>
                <a:lnTo>
                  <a:pt x="35692" y="46588"/>
                </a:lnTo>
                <a:lnTo>
                  <a:pt x="44982" y="63701"/>
                </a:lnTo>
                <a:lnTo>
                  <a:pt x="94993" y="97647"/>
                </a:lnTo>
                <a:lnTo>
                  <a:pt x="168962" y="131453"/>
                </a:lnTo>
                <a:lnTo>
                  <a:pt x="242652" y="141512"/>
                </a:lnTo>
                <a:lnTo>
                  <a:pt x="222256" y="157996"/>
                </a:lnTo>
                <a:lnTo>
                  <a:pt x="149614" y="166238"/>
                </a:lnTo>
                <a:lnTo>
                  <a:pt x="106588" y="157297"/>
                </a:lnTo>
                <a:lnTo>
                  <a:pt x="0" y="153805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País AR"/>
          <p:cNvSpPr/>
          <p:nvPr/>
        </p:nvSpPr>
        <p:spPr>
          <a:xfrm>
            <a:off x="4622591" y="8024422"/>
            <a:ext cx="65658" cy="12992"/>
          </a:xfrm>
          <a:custGeom>
            <a:avLst/>
            <a:gdLst/>
            <a:ahLst/>
            <a:cxnLst/>
            <a:rect l="l" t="t" r="r" b="b"/>
            <a:pathLst>
              <a:path w="65658" h="12992">
                <a:moveTo>
                  <a:pt x="14389" y="0"/>
                </a:moveTo>
                <a:lnTo>
                  <a:pt x="65658" y="628"/>
                </a:lnTo>
                <a:lnTo>
                  <a:pt x="8312" y="12992"/>
                </a:lnTo>
                <a:lnTo>
                  <a:pt x="1816" y="10198"/>
                </a:lnTo>
                <a:lnTo>
                  <a:pt x="0" y="7683"/>
                </a:lnTo>
                <a:lnTo>
                  <a:pt x="14389" y="0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País AR"/>
          <p:cNvSpPr/>
          <p:nvPr/>
        </p:nvSpPr>
        <p:spPr>
          <a:xfrm>
            <a:off x="4808666" y="6932627"/>
            <a:ext cx="15856" cy="10478"/>
          </a:xfrm>
          <a:custGeom>
            <a:avLst/>
            <a:gdLst/>
            <a:ahLst/>
            <a:cxnLst/>
            <a:rect l="l" t="t" r="r" b="b"/>
            <a:pathLst>
              <a:path w="15856" h="10478">
                <a:moveTo>
                  <a:pt x="15088" y="6077"/>
                </a:moveTo>
                <a:lnTo>
                  <a:pt x="15856" y="10478"/>
                </a:lnTo>
                <a:lnTo>
                  <a:pt x="12084" y="9989"/>
                </a:lnTo>
                <a:lnTo>
                  <a:pt x="0" y="0"/>
                </a:lnTo>
                <a:lnTo>
                  <a:pt x="15088" y="6077"/>
                </a:lnTo>
                <a:close/>
              </a:path>
            </a:pathLst>
          </a:custGeom>
          <a:solidFill>
            <a:srgbClr val="FFE600"/>
          </a:solidFill>
          <a:ln w="5080">
            <a:solidFill>
              <a:srgbClr val="1A1A24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914400" y="4828386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00"/>
              </a:lnSpc>
            </a:pPr>
            <a:r>
              <a:rPr lang="pt-BR" sz="3400" b="1">
                <a:solidFill>
                  <a:srgbClr val="FFE600"/>
                </a:solidFill>
                <a:latin typeface="Overpass"/>
              </a:rPr>
              <a:t>{{S16_156}}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737360" y="4938114"/>
            <a:ext cx="156520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58"/>
              </a:lnSpc>
            </a:pPr>
            <a:r>
              <a:rPr lang="pt-BR" sz="919" b="1">
                <a:solidFill>
                  <a:srgbClr val="FFFFFF"/>
                </a:solidFill>
                <a:latin typeface="Overpass"/>
              </a:rPr>
              <a:t>{{S16_157}}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14400" y="5410219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00"/>
              </a:lnSpc>
            </a:pPr>
            <a:r>
              <a:rPr lang="pt-BR" sz="3400" b="1">
                <a:solidFill>
                  <a:srgbClr val="FFE600"/>
                </a:solidFill>
                <a:latin typeface="Overpass"/>
              </a:rPr>
              <a:t>{{S16_158}}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737360" y="5519947"/>
            <a:ext cx="156520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58"/>
              </a:lnSpc>
            </a:pPr>
            <a:r>
              <a:rPr lang="pt-BR" sz="919" b="1">
                <a:solidFill>
                  <a:srgbClr val="FFFFFF"/>
                </a:solidFill>
                <a:latin typeface="Overpass"/>
              </a:rPr>
              <a:t>{{S16_159}}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14400" y="5992052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00"/>
              </a:lnSpc>
            </a:pPr>
            <a:r>
              <a:rPr lang="pt-BR" sz="3400" b="1">
                <a:solidFill>
                  <a:srgbClr val="FFE600"/>
                </a:solidFill>
                <a:latin typeface="Overpass"/>
              </a:rPr>
              <a:t>{{S16_160}}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737360" y="6101780"/>
            <a:ext cx="156520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58"/>
              </a:lnSpc>
            </a:pPr>
            <a:r>
              <a:rPr lang="pt-BR" sz="919" b="1">
                <a:solidFill>
                  <a:srgbClr val="FFFFFF"/>
                </a:solidFill>
                <a:latin typeface="Overpass"/>
              </a:rPr>
              <a:t>{{S16_161}}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14400" y="6573885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00"/>
              </a:lnSpc>
            </a:pPr>
            <a:r>
              <a:rPr lang="pt-BR" sz="3400" b="1">
                <a:solidFill>
                  <a:srgbClr val="FFE600"/>
                </a:solidFill>
                <a:latin typeface="Overpass"/>
              </a:rPr>
              <a:t>{{S16_162}}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737360" y="6683613"/>
            <a:ext cx="156520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58"/>
              </a:lnSpc>
            </a:pPr>
            <a:r>
              <a:rPr lang="pt-BR" sz="919" b="1">
                <a:solidFill>
                  <a:srgbClr val="FFFFFF"/>
                </a:solidFill>
                <a:latin typeface="Overpass"/>
              </a:rPr>
              <a:t>{{S16_163}}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14400" y="7783271"/>
            <a:ext cx="2388164" cy="1760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70"/>
              </a:lnSpc>
            </a:pPr>
            <a:endParaRPr lang="pt-BR" sz="900">
              <a:latin typeface="Overpass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685800" y="8650833"/>
            <a:ext cx="6327648" cy="11149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363"/>
              </a:lnSpc>
              <a:spcAft>
                <a:spcPts val="600"/>
              </a:spcAft>
            </a:pPr>
            <a:r>
              <a:rPr lang="pt-BR" sz="960" b="0">
                <a:solidFill>
                  <a:srgbClr val="FFFFFF"/>
                </a:solidFill>
                <a:latin typeface="Overpass"/>
              </a:rPr>
              <a:t>{{S16_167}}</a:t>
            </a:r>
          </a:p>
        </p:txBody>
      </p:sp>
      <p:sp>
        <p:nvSpPr>
          <p:cNvPr id="169" name="Isosceles Triangle 168"/>
          <p:cNvSpPr/>
          <p:nvPr/>
        </p:nvSpPr>
        <p:spPr>
          <a:xfrm rot="10800000">
            <a:off x="1283275" y="5565667"/>
            <a:ext cx="219456" cy="182880"/>
          </a:xfrm>
          <a:prstGeom prst="triangle">
            <a:avLst/>
          </a:prstGeom>
          <a:solidFill>
            <a:srgbClr val="3DB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18" name="Rectangle 141"/>
          <p:cNvSpPr/>
          <p:nvPr/>
        </p:nvSpPr>
        <p:spPr>
          <a:xfrm>
            <a:off x="1673352" y="2450592"/>
            <a:ext cx="614866" cy="219456"/>
          </a:xfrm>
          <a:prstGeom prst="rect">
            <a:avLst/>
          </a:prstGeom>
          <a:solidFill>
            <a:srgbClr val="1A1A24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990"/>
              </a:lnSpc>
            </a:pPr>
            <a:r>
              <a:rPr lang="pt-BR" sz="900" b="1">
                <a:solidFill>
                  <a:srgbClr val="FFFFFF"/>
                </a:solidFill>
                <a:latin typeface="Overpass"/>
              </a:rPr>
              <a:t>{{S16_5618}}</a:t>
            </a:r>
          </a:p>
        </p:txBody>
      </p:sp>
      <p:sp>
        <p:nvSpPr>
          <p:cNvPr id="5619" name="Rectangle 141"/>
          <p:cNvSpPr/>
          <p:nvPr/>
        </p:nvSpPr>
        <p:spPr>
          <a:xfrm>
            <a:off x="3294512" y="6482919"/>
            <a:ext cx="517453" cy="219456"/>
          </a:xfrm>
          <a:prstGeom prst="rect">
            <a:avLst/>
          </a:prstGeom>
          <a:solidFill>
            <a:srgbClr val="1A1A24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990"/>
              </a:lnSpc>
            </a:pPr>
            <a:r>
              <a:rPr lang="pt-BR" sz="900" b="1">
                <a:solidFill>
                  <a:srgbClr val="FFFFFF"/>
                </a:solidFill>
                <a:latin typeface="Overpass"/>
              </a:rPr>
              <a:t>{{S16_5619}}</a:t>
            </a:r>
          </a:p>
        </p:txBody>
      </p:sp>
      <p:sp>
        <p:nvSpPr>
          <p:cNvPr id="5620" name="Rectangle 141"/>
          <p:cNvSpPr/>
          <p:nvPr/>
        </p:nvSpPr>
        <p:spPr>
          <a:xfrm>
            <a:off x="5276088" y="4718304"/>
            <a:ext cx="556942" cy="219456"/>
          </a:xfrm>
          <a:prstGeom prst="rect">
            <a:avLst/>
          </a:prstGeom>
          <a:solidFill>
            <a:srgbClr val="1A1A24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990"/>
              </a:lnSpc>
            </a:pPr>
            <a:r>
              <a:rPr lang="pt-BR" sz="900" b="1">
                <a:solidFill>
                  <a:srgbClr val="FFFFFF"/>
                </a:solidFill>
                <a:latin typeface="Overpass"/>
              </a:rPr>
              <a:t>{{S16_5620}}</a:t>
            </a:r>
          </a:p>
        </p:txBody>
      </p:sp>
      <p:sp>
        <p:nvSpPr>
          <p:cNvPr id="5621" name="Rectangle 141"/>
          <p:cNvSpPr/>
          <p:nvPr/>
        </p:nvSpPr>
        <p:spPr>
          <a:xfrm>
            <a:off x="4187952" y="6537960"/>
            <a:ext cx="745577" cy="219456"/>
          </a:xfrm>
          <a:prstGeom prst="rect">
            <a:avLst/>
          </a:prstGeom>
          <a:solidFill>
            <a:srgbClr val="1A1A24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990"/>
              </a:lnSpc>
            </a:pPr>
            <a:r>
              <a:rPr lang="pt-BR" sz="900" b="1">
                <a:solidFill>
                  <a:srgbClr val="FFFFFF"/>
                </a:solidFill>
                <a:latin typeface="Overpass"/>
              </a:rPr>
              <a:t>{{S16_5621}}</a:t>
            </a:r>
          </a:p>
        </p:txBody>
      </p:sp>
      <p:sp>
        <p:nvSpPr>
          <p:cNvPr id="5622" name="Rectangle 141"/>
          <p:cNvSpPr/>
          <p:nvPr/>
        </p:nvSpPr>
        <p:spPr>
          <a:xfrm>
            <a:off x="3611880" y="3813048"/>
            <a:ext cx="719859" cy="219456"/>
          </a:xfrm>
          <a:prstGeom prst="rect">
            <a:avLst/>
          </a:prstGeom>
          <a:solidFill>
            <a:srgbClr val="1A1A24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990"/>
              </a:lnSpc>
            </a:pPr>
            <a:r>
              <a:rPr lang="pt-BR" sz="900" b="1">
                <a:solidFill>
                  <a:srgbClr val="FFFFFF"/>
                </a:solidFill>
                <a:latin typeface="Overpass"/>
              </a:rPr>
              <a:t>{{S16_5622}}</a:t>
            </a:r>
          </a:p>
        </p:txBody>
      </p:sp>
      <p:sp>
        <p:nvSpPr>
          <p:cNvPr id="5623" name="Rectangle 141"/>
          <p:cNvSpPr/>
          <p:nvPr/>
        </p:nvSpPr>
        <p:spPr>
          <a:xfrm>
            <a:off x="5508216" y="6364346"/>
            <a:ext cx="634214" cy="219456"/>
          </a:xfrm>
          <a:prstGeom prst="rect">
            <a:avLst/>
          </a:prstGeom>
          <a:solidFill>
            <a:srgbClr val="1A1A24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990"/>
              </a:lnSpc>
            </a:pPr>
            <a:r>
              <a:rPr lang="pt-BR" sz="900" b="1">
                <a:solidFill>
                  <a:srgbClr val="FFFFFF"/>
                </a:solidFill>
                <a:latin typeface="Overpass"/>
              </a:rPr>
              <a:t>{{S16_5623}}</a:t>
            </a:r>
          </a:p>
        </p:txBody>
      </p:sp>
      <p:sp>
        <p:nvSpPr>
          <p:cNvPr id="5624" name="Rectangle 141"/>
          <p:cNvSpPr/>
          <p:nvPr/>
        </p:nvSpPr>
        <p:spPr>
          <a:xfrm>
            <a:off x="3639312" y="4754880"/>
            <a:ext cx="479194" cy="219456"/>
          </a:xfrm>
          <a:prstGeom prst="rect">
            <a:avLst/>
          </a:prstGeom>
          <a:solidFill>
            <a:srgbClr val="1A1A24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990"/>
              </a:lnSpc>
            </a:pPr>
            <a:r>
              <a:rPr lang="pt-BR" sz="900" b="1">
                <a:solidFill>
                  <a:srgbClr val="FFFFFF"/>
                </a:solidFill>
                <a:latin typeface="Overpass"/>
              </a:rPr>
              <a:t>{{S16_5624}}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384048"/>
            <a:ext cx="786333" cy="23774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FFC000"/>
                </a:solidFill>
                <a:latin typeface="Overpass"/>
              </a:rPr>
              <a:t>{{S17_2}}</a:t>
            </a:r>
          </a:p>
        </p:txBody>
      </p:sp>
      <p:pic>
        <p:nvPicPr>
          <p:cNvPr id="3" name="Logo EY" descr="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014" y="246888"/>
            <a:ext cx="482433" cy="56692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685800" y="10058400"/>
            <a:ext cx="6327648" cy="0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685800" y="10131552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11"/>
              </a:lnSpc>
            </a:pPr>
            <a:r>
              <a:rPr lang="pt-BR" sz="650" b="0">
                <a:solidFill>
                  <a:srgbClr val="1A1A24"/>
                </a:solidFill>
                <a:latin typeface="Overpass"/>
              </a:rPr>
              <a:t>{{S17_5}}</a:t>
            </a:r>
          </a:p>
        </p:txBody>
      </p:sp>
      <p:sp>
        <p:nvSpPr>
          <p:cNvPr id="6" name="Rectangle 5"/>
          <p:cNvSpPr/>
          <p:nvPr/>
        </p:nvSpPr>
        <p:spPr>
          <a:xfrm>
            <a:off x="6775704" y="10113264"/>
            <a:ext cx="237744" cy="21945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{{S17_6}}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-182467" y="1480915"/>
            <a:ext cx="1096454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75"/>
              </a:lnSpc>
            </a:pPr>
            <a:r>
              <a:rPr lang="pt-BR" sz="700" b="1" spc="120">
                <a:solidFill>
                  <a:srgbClr val="1A1A24"/>
                </a:solidFill>
                <a:latin typeface="Overpass"/>
              </a:rPr>
              <a:t>{{S17_7}}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2257742"/>
            <a:ext cx="0" cy="7526338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997" name="TextBox 12"/>
          <p:cNvSpPr txBox="1"/>
          <p:nvPr/>
        </p:nvSpPr>
        <p:spPr>
          <a:xfrm>
            <a:off x="685800" y="1024128"/>
            <a:ext cx="6327648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92"/>
              </a:lnSpc>
            </a:pPr>
            <a:r>
              <a:rPr lang="pt-BR" sz="2400" b="1">
                <a:solidFill>
                  <a:srgbClr val="1A1A24"/>
                </a:solidFill>
                <a:latin typeface="Overpass"/>
              </a:rPr>
              <a:t>{{S17_5997}}</a:t>
            </a:r>
          </a:p>
        </p:txBody>
      </p:sp>
      <p:sp>
        <p:nvSpPr>
          <p:cNvPr id="5998" name="TextBox 16"/>
          <p:cNvSpPr txBox="1"/>
          <p:nvPr/>
        </p:nvSpPr>
        <p:spPr>
          <a:xfrm>
            <a:off x="685800" y="1847088"/>
            <a:ext cx="632764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323"/>
              </a:lnSpc>
            </a:pPr>
            <a:r>
              <a:rPr lang="pt-BR" sz="1050" b="0">
                <a:solidFill>
                  <a:srgbClr val="1A1A24"/>
                </a:solidFill>
                <a:latin typeface="Overpass"/>
              </a:rPr>
              <a:t>{{S17_5998}}</a:t>
            </a:r>
          </a:p>
        </p:txBody>
      </p:sp>
      <p:sp>
        <p:nvSpPr>
          <p:cNvPr id="5999" name="Rectangle 14"/>
          <p:cNvSpPr/>
          <p:nvPr/>
        </p:nvSpPr>
        <p:spPr>
          <a:xfrm>
            <a:off x="685800" y="2176272"/>
            <a:ext cx="6327648" cy="749808"/>
          </a:xfrm>
          <a:prstGeom prst="rect">
            <a:avLst/>
          </a:prstGeom>
          <a:solidFill>
            <a:srgbClr val="FFF3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00" name="Rectangle 15"/>
          <p:cNvSpPr/>
          <p:nvPr/>
        </p:nvSpPr>
        <p:spPr>
          <a:xfrm>
            <a:off x="685800" y="2176272"/>
            <a:ext cx="54864" cy="749808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01" name="TextBox 16"/>
          <p:cNvSpPr txBox="1"/>
          <p:nvPr/>
        </p:nvSpPr>
        <p:spPr>
          <a:xfrm>
            <a:off x="868680" y="2286000"/>
            <a:ext cx="594360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38"/>
              </a:lnSpc>
            </a:pPr>
            <a:r>
              <a:rPr lang="pt-BR" sz="750" b="1" spc="100">
                <a:solidFill>
                  <a:srgbClr val="1A1A24"/>
                </a:solidFill>
                <a:latin typeface="Overpass"/>
              </a:rPr>
              <a:t>{{S17_6001}}</a:t>
            </a:r>
          </a:p>
        </p:txBody>
      </p:sp>
      <p:sp>
        <p:nvSpPr>
          <p:cNvPr id="6002" name="TextBox 16"/>
          <p:cNvSpPr txBox="1"/>
          <p:nvPr/>
        </p:nvSpPr>
        <p:spPr>
          <a:xfrm>
            <a:off x="868680" y="2487168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197"/>
              </a:lnSpc>
            </a:pPr>
            <a:r>
              <a:rPr lang="pt-BR" sz="950" b="0">
                <a:solidFill>
                  <a:srgbClr val="1A1A24"/>
                </a:solidFill>
                <a:latin typeface="Overpass"/>
              </a:rPr>
              <a:t>{{S17_6002}}</a:t>
            </a:r>
          </a:p>
        </p:txBody>
      </p:sp>
      <p:sp>
        <p:nvSpPr>
          <p:cNvPr id="6003" name="TextBox 12"/>
          <p:cNvSpPr txBox="1"/>
          <p:nvPr/>
        </p:nvSpPr>
        <p:spPr>
          <a:xfrm>
            <a:off x="685800" y="3090672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lang="pt-BR" sz="1250" b="1">
                <a:solidFill>
                  <a:srgbClr val="1A1A24"/>
                </a:solidFill>
                <a:latin typeface="Overpass"/>
              </a:rPr>
              <a:t>{{S17_6003}}</a:t>
            </a:r>
          </a:p>
        </p:txBody>
      </p:sp>
      <p:sp>
        <p:nvSpPr>
          <p:cNvPr id="6004" name="TextBox 16"/>
          <p:cNvSpPr txBox="1"/>
          <p:nvPr/>
        </p:nvSpPr>
        <p:spPr>
          <a:xfrm>
            <a:off x="685800" y="3346704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71"/>
              </a:lnSpc>
            </a:pPr>
            <a:r>
              <a:rPr lang="pt-BR" sz="850" b="0">
                <a:solidFill>
                  <a:srgbClr val="1A1A24"/>
                </a:solidFill>
                <a:latin typeface="Overpass"/>
              </a:rPr>
              <a:t>{{S17_6004}}</a:t>
            </a:r>
          </a:p>
        </p:txBody>
      </p:sp>
      <p:sp>
        <p:nvSpPr>
          <p:cNvPr id="6005" name="TextBox 16"/>
          <p:cNvSpPr txBox="1"/>
          <p:nvPr/>
        </p:nvSpPr>
        <p:spPr>
          <a:xfrm>
            <a:off x="685800" y="3730752"/>
            <a:ext cx="9601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71"/>
              </a:lnSpc>
            </a:pPr>
            <a:r>
              <a:rPr lang="pt-BR" sz="850" b="1">
                <a:solidFill>
                  <a:srgbClr val="1A1A24"/>
                </a:solidFill>
                <a:latin typeface="Overpass"/>
              </a:rPr>
              <a:t>{{S17_6005}}</a:t>
            </a:r>
          </a:p>
        </p:txBody>
      </p:sp>
      <p:sp>
        <p:nvSpPr>
          <p:cNvPr id="6006" name="Rectangle 14"/>
          <p:cNvSpPr/>
          <p:nvPr/>
        </p:nvSpPr>
        <p:spPr>
          <a:xfrm>
            <a:off x="1691640" y="3694176"/>
            <a:ext cx="1691640" cy="237744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07" name="TextBox 16"/>
          <p:cNvSpPr txBox="1"/>
          <p:nvPr/>
        </p:nvSpPr>
        <p:spPr>
          <a:xfrm>
            <a:off x="3456432" y="372160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97"/>
              </a:lnSpc>
            </a:pPr>
            <a:r>
              <a:rPr lang="pt-BR" sz="950" b="1">
                <a:solidFill>
                  <a:srgbClr val="1A1A24"/>
                </a:solidFill>
                <a:latin typeface="Overpass"/>
              </a:rPr>
              <a:t>{{S17_6007}}</a:t>
            </a:r>
          </a:p>
        </p:txBody>
      </p:sp>
      <p:sp>
        <p:nvSpPr>
          <p:cNvPr id="6008" name="TextBox 16"/>
          <p:cNvSpPr txBox="1"/>
          <p:nvPr/>
        </p:nvSpPr>
        <p:spPr>
          <a:xfrm>
            <a:off x="685800" y="4096512"/>
            <a:ext cx="9601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71"/>
              </a:lnSpc>
            </a:pPr>
            <a:r>
              <a:rPr lang="pt-BR" sz="850" b="1">
                <a:solidFill>
                  <a:srgbClr val="1A1A24"/>
                </a:solidFill>
                <a:latin typeface="Overpass"/>
              </a:rPr>
              <a:t>{{S17_6008}}</a:t>
            </a:r>
          </a:p>
        </p:txBody>
      </p:sp>
      <p:sp>
        <p:nvSpPr>
          <p:cNvPr id="6009" name="Rectangle 14"/>
          <p:cNvSpPr/>
          <p:nvPr/>
        </p:nvSpPr>
        <p:spPr>
          <a:xfrm>
            <a:off x="1691640" y="4059936"/>
            <a:ext cx="1691640" cy="237744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10" name="TextBox 16"/>
          <p:cNvSpPr txBox="1"/>
          <p:nvPr/>
        </p:nvSpPr>
        <p:spPr>
          <a:xfrm>
            <a:off x="3456432" y="408736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97"/>
              </a:lnSpc>
            </a:pPr>
            <a:r>
              <a:rPr lang="pt-BR" sz="950" b="1">
                <a:solidFill>
                  <a:srgbClr val="1A1A24"/>
                </a:solidFill>
                <a:latin typeface="Overpass"/>
              </a:rPr>
              <a:t>{{S17_6010}}</a:t>
            </a:r>
          </a:p>
        </p:txBody>
      </p:sp>
      <p:sp>
        <p:nvSpPr>
          <p:cNvPr id="6011" name="TextBox 16"/>
          <p:cNvSpPr txBox="1"/>
          <p:nvPr/>
        </p:nvSpPr>
        <p:spPr>
          <a:xfrm>
            <a:off x="685800" y="4370832"/>
            <a:ext cx="9601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71"/>
              </a:lnSpc>
            </a:pPr>
            <a:r>
              <a:rPr lang="pt-BR" sz="850" b="1">
                <a:solidFill>
                  <a:srgbClr val="1A1A24"/>
                </a:solidFill>
                <a:latin typeface="Overpass"/>
              </a:rPr>
              <a:t>{{S17_6011}}</a:t>
            </a:r>
          </a:p>
        </p:txBody>
      </p:sp>
      <p:sp>
        <p:nvSpPr>
          <p:cNvPr id="6012" name="Rectangle 14"/>
          <p:cNvSpPr/>
          <p:nvPr/>
        </p:nvSpPr>
        <p:spPr>
          <a:xfrm>
            <a:off x="1691640" y="4425696"/>
            <a:ext cx="1127760" cy="237744"/>
          </a:xfrm>
          <a:prstGeom prst="rect">
            <a:avLst/>
          </a:prstGeom>
          <a:solidFill>
            <a:srgbClr val="4A4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13" name="TextBox 16"/>
          <p:cNvSpPr txBox="1"/>
          <p:nvPr/>
        </p:nvSpPr>
        <p:spPr>
          <a:xfrm>
            <a:off x="2892552" y="445312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97"/>
              </a:lnSpc>
            </a:pPr>
            <a:r>
              <a:rPr lang="pt-BR" sz="950" b="1">
                <a:solidFill>
                  <a:srgbClr val="1A1A24"/>
                </a:solidFill>
                <a:latin typeface="Overpass"/>
              </a:rPr>
              <a:t>{{S17_6013}}</a:t>
            </a:r>
          </a:p>
        </p:txBody>
      </p:sp>
      <p:sp>
        <p:nvSpPr>
          <p:cNvPr id="6014" name="TextBox 16"/>
          <p:cNvSpPr txBox="1"/>
          <p:nvPr/>
        </p:nvSpPr>
        <p:spPr>
          <a:xfrm>
            <a:off x="685800" y="4828032"/>
            <a:ext cx="9601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71"/>
              </a:lnSpc>
            </a:pPr>
            <a:r>
              <a:rPr lang="pt-BR" sz="850" b="1">
                <a:solidFill>
                  <a:srgbClr val="1A1A24"/>
                </a:solidFill>
                <a:latin typeface="Overpass"/>
              </a:rPr>
              <a:t>{{S17_6014}}</a:t>
            </a:r>
          </a:p>
        </p:txBody>
      </p:sp>
      <p:sp>
        <p:nvSpPr>
          <p:cNvPr id="6015" name="Rectangle 14"/>
          <p:cNvSpPr/>
          <p:nvPr/>
        </p:nvSpPr>
        <p:spPr>
          <a:xfrm>
            <a:off x="1691640" y="4791456"/>
            <a:ext cx="563880" cy="237744"/>
          </a:xfrm>
          <a:prstGeom prst="rect">
            <a:avLst/>
          </a:prstGeom>
          <a:solidFill>
            <a:srgbClr val="4A4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16" name="TextBox 16"/>
          <p:cNvSpPr txBox="1"/>
          <p:nvPr/>
        </p:nvSpPr>
        <p:spPr>
          <a:xfrm>
            <a:off x="2328672" y="481888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97"/>
              </a:lnSpc>
            </a:pPr>
            <a:r>
              <a:rPr lang="pt-BR" sz="950" b="1">
                <a:solidFill>
                  <a:srgbClr val="1A1A24"/>
                </a:solidFill>
                <a:latin typeface="Overpass"/>
              </a:rPr>
              <a:t>{{S17_6016}}</a:t>
            </a:r>
          </a:p>
        </p:txBody>
      </p:sp>
      <p:sp>
        <p:nvSpPr>
          <p:cNvPr id="6017" name="TextBox 17"/>
          <p:cNvSpPr txBox="1"/>
          <p:nvPr/>
        </p:nvSpPr>
        <p:spPr>
          <a:xfrm>
            <a:off x="685800" y="5157216"/>
            <a:ext cx="292608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00"/>
              </a:lnSpc>
            </a:pPr>
            <a:r>
              <a:rPr lang="pt-BR" sz="800" b="0">
                <a:solidFill>
                  <a:srgbClr val="1A1A24"/>
                </a:solidFill>
                <a:latin typeface="Overpass"/>
              </a:rPr>
              <a:t>{{S17_6017}}</a:t>
            </a:r>
          </a:p>
        </p:txBody>
      </p:sp>
      <p:cxnSp>
        <p:nvCxnSpPr>
          <p:cNvPr id="6018" name="Connector 29"/>
          <p:cNvCxnSpPr/>
          <p:nvPr/>
        </p:nvCxnSpPr>
        <p:spPr>
          <a:xfrm>
            <a:off x="3822191" y="3090672"/>
            <a:ext cx="0" cy="2194560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6019" name="TextBox 12"/>
          <p:cNvSpPr txBox="1"/>
          <p:nvPr/>
        </p:nvSpPr>
        <p:spPr>
          <a:xfrm>
            <a:off x="3977639" y="3090672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lang="pt-BR" sz="1250" b="1">
                <a:solidFill>
                  <a:srgbClr val="1A1A24"/>
                </a:solidFill>
                <a:latin typeface="Overpass"/>
              </a:rPr>
              <a:t>{{S17_6019}}</a:t>
            </a:r>
          </a:p>
        </p:txBody>
      </p:sp>
      <p:sp>
        <p:nvSpPr>
          <p:cNvPr id="6020" name="TextBox 16"/>
          <p:cNvSpPr txBox="1"/>
          <p:nvPr/>
        </p:nvSpPr>
        <p:spPr>
          <a:xfrm>
            <a:off x="3977639" y="3346704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71"/>
              </a:lnSpc>
            </a:pPr>
            <a:r>
              <a:rPr lang="pt-BR" sz="850" b="0">
                <a:solidFill>
                  <a:srgbClr val="1A1A24"/>
                </a:solidFill>
                <a:latin typeface="Overpass"/>
              </a:rPr>
              <a:t>{{S17_6020}}</a:t>
            </a:r>
          </a:p>
        </p:txBody>
      </p:sp>
      <p:sp>
        <p:nvSpPr>
          <p:cNvPr id="9" name="TextBox 16"/>
          <p:cNvSpPr txBox="1"/>
          <p:nvPr/>
        </p:nvSpPr>
        <p:spPr>
          <a:xfrm>
            <a:off x="4443984" y="3648456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97"/>
              </a:lnSpc>
            </a:pPr>
            <a:r>
              <a:rPr lang="pt-BR" sz="950" b="1">
                <a:solidFill>
                  <a:srgbClr val="1A1A24"/>
                </a:solidFill>
                <a:latin typeface="Overpass"/>
              </a:rPr>
              <a:t>{{S17_9}}</a:t>
            </a:r>
          </a:p>
        </p:txBody>
      </p:sp>
      <p:sp>
        <p:nvSpPr>
          <p:cNvPr id="6022" name="TextBox 17"/>
          <p:cNvSpPr txBox="1"/>
          <p:nvPr/>
        </p:nvSpPr>
        <p:spPr>
          <a:xfrm>
            <a:off x="4443984" y="3831336"/>
            <a:ext cx="256032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00"/>
              </a:lnSpc>
            </a:pPr>
            <a:r>
              <a:rPr lang="pt-BR" sz="800" b="0">
                <a:solidFill>
                  <a:srgbClr val="1A1A24"/>
                </a:solidFill>
                <a:latin typeface="Overpass"/>
              </a:rPr>
              <a:t>{{S17_6022}}</a:t>
            </a:r>
          </a:p>
        </p:txBody>
      </p:sp>
      <p:cxnSp>
        <p:nvCxnSpPr>
          <p:cNvPr id="6023" name="Connector 29"/>
          <p:cNvCxnSpPr/>
          <p:nvPr/>
        </p:nvCxnSpPr>
        <p:spPr>
          <a:xfrm>
            <a:off x="4443984" y="4069080"/>
            <a:ext cx="2569464" cy="0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10" name="TextBox 16"/>
          <p:cNvSpPr txBox="1"/>
          <p:nvPr/>
        </p:nvSpPr>
        <p:spPr>
          <a:xfrm>
            <a:off x="4443984" y="4123944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97"/>
              </a:lnSpc>
            </a:pPr>
            <a:r>
              <a:rPr lang="pt-BR" sz="950" b="1">
                <a:solidFill>
                  <a:srgbClr val="1A1A24"/>
                </a:solidFill>
                <a:latin typeface="Overpass"/>
              </a:rPr>
              <a:t>{{S17_10}}</a:t>
            </a:r>
          </a:p>
        </p:txBody>
      </p:sp>
      <p:sp>
        <p:nvSpPr>
          <p:cNvPr id="6025" name="TextBox 17"/>
          <p:cNvSpPr txBox="1"/>
          <p:nvPr/>
        </p:nvSpPr>
        <p:spPr>
          <a:xfrm>
            <a:off x="4443984" y="4306824"/>
            <a:ext cx="256032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00"/>
              </a:lnSpc>
            </a:pPr>
            <a:r>
              <a:rPr lang="pt-BR" sz="800" b="0">
                <a:solidFill>
                  <a:srgbClr val="1A1A24"/>
                </a:solidFill>
                <a:latin typeface="Overpass"/>
              </a:rPr>
              <a:t>{{S17_6025}}</a:t>
            </a:r>
          </a:p>
        </p:txBody>
      </p:sp>
      <p:cxnSp>
        <p:nvCxnSpPr>
          <p:cNvPr id="6026" name="Connector 29"/>
          <p:cNvCxnSpPr/>
          <p:nvPr/>
        </p:nvCxnSpPr>
        <p:spPr>
          <a:xfrm>
            <a:off x="4443984" y="4544568"/>
            <a:ext cx="2569464" cy="0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11" name="TextBox 16"/>
          <p:cNvSpPr txBox="1"/>
          <p:nvPr/>
        </p:nvSpPr>
        <p:spPr>
          <a:xfrm>
            <a:off x="4443984" y="4599431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97"/>
              </a:lnSpc>
            </a:pPr>
            <a:r>
              <a:rPr lang="pt-BR" sz="950" b="1">
                <a:solidFill>
                  <a:srgbClr val="1A1A24"/>
                </a:solidFill>
                <a:latin typeface="Overpass"/>
              </a:rPr>
              <a:t>{{S17_11}}</a:t>
            </a:r>
          </a:p>
        </p:txBody>
      </p:sp>
      <p:sp>
        <p:nvSpPr>
          <p:cNvPr id="6028" name="TextBox 17"/>
          <p:cNvSpPr txBox="1"/>
          <p:nvPr/>
        </p:nvSpPr>
        <p:spPr>
          <a:xfrm>
            <a:off x="4443984" y="4782312"/>
            <a:ext cx="256032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00"/>
              </a:lnSpc>
            </a:pPr>
            <a:r>
              <a:rPr lang="pt-BR" sz="800" b="0">
                <a:solidFill>
                  <a:srgbClr val="1A1A24"/>
                </a:solidFill>
                <a:latin typeface="Overpass"/>
              </a:rPr>
              <a:t>{{S17_6028}}</a:t>
            </a:r>
          </a:p>
        </p:txBody>
      </p:sp>
      <p:cxnSp>
        <p:nvCxnSpPr>
          <p:cNvPr id="6029" name="Connector 29"/>
          <p:cNvCxnSpPr/>
          <p:nvPr/>
        </p:nvCxnSpPr>
        <p:spPr>
          <a:xfrm>
            <a:off x="4443984" y="5020055"/>
            <a:ext cx="2569464" cy="0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12" name="TextBox 16"/>
          <p:cNvSpPr txBox="1"/>
          <p:nvPr/>
        </p:nvSpPr>
        <p:spPr>
          <a:xfrm>
            <a:off x="4443984" y="5074919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97"/>
              </a:lnSpc>
            </a:pPr>
            <a:r>
              <a:rPr lang="pt-BR" sz="950" b="1">
                <a:solidFill>
                  <a:srgbClr val="1A1A24"/>
                </a:solidFill>
                <a:latin typeface="Overpass"/>
              </a:rPr>
              <a:t>{{S17_12}}</a:t>
            </a:r>
          </a:p>
        </p:txBody>
      </p:sp>
      <p:sp>
        <p:nvSpPr>
          <p:cNvPr id="6031" name="TextBox 17"/>
          <p:cNvSpPr txBox="1"/>
          <p:nvPr/>
        </p:nvSpPr>
        <p:spPr>
          <a:xfrm>
            <a:off x="4443984" y="5257799"/>
            <a:ext cx="256032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00"/>
              </a:lnSpc>
            </a:pPr>
            <a:r>
              <a:rPr lang="pt-BR" sz="800" b="0">
                <a:solidFill>
                  <a:srgbClr val="1A1A24"/>
                </a:solidFill>
                <a:latin typeface="Overpass"/>
              </a:rPr>
              <a:t>{{S17_6031}}</a:t>
            </a:r>
          </a:p>
        </p:txBody>
      </p:sp>
      <p:sp>
        <p:nvSpPr>
          <p:cNvPr id="6032" name="TextBox 12"/>
          <p:cNvSpPr txBox="1"/>
          <p:nvPr/>
        </p:nvSpPr>
        <p:spPr>
          <a:xfrm>
            <a:off x="685800" y="5486400"/>
            <a:ext cx="63276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lang="pt-BR" sz="1250" b="1">
                <a:solidFill>
                  <a:srgbClr val="1A1A24"/>
                </a:solidFill>
                <a:latin typeface="Overpass"/>
              </a:rPr>
              <a:t>{{S17_6032}}</a:t>
            </a:r>
          </a:p>
        </p:txBody>
      </p:sp>
      <p:sp>
        <p:nvSpPr>
          <p:cNvPr id="6033" name="TextBox 16"/>
          <p:cNvSpPr txBox="1"/>
          <p:nvPr/>
        </p:nvSpPr>
        <p:spPr>
          <a:xfrm>
            <a:off x="685800" y="5742432"/>
            <a:ext cx="632764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08"/>
              </a:lnSpc>
            </a:pPr>
            <a:r>
              <a:rPr lang="pt-BR" sz="800" b="1">
                <a:solidFill>
                  <a:srgbClr val="B08A00"/>
                </a:solidFill>
                <a:latin typeface="Overpass"/>
              </a:rPr>
              <a:t>{{S17_6033}}</a:t>
            </a:r>
          </a:p>
        </p:txBody>
      </p:sp>
      <p:sp>
        <p:nvSpPr>
          <p:cNvPr id="6034" name="Rectangle 14"/>
          <p:cNvSpPr/>
          <p:nvPr/>
        </p:nvSpPr>
        <p:spPr>
          <a:xfrm>
            <a:off x="685800" y="5998464"/>
            <a:ext cx="3072384" cy="2194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35" name="TextBox 16"/>
          <p:cNvSpPr txBox="1"/>
          <p:nvPr/>
        </p:nvSpPr>
        <p:spPr>
          <a:xfrm>
            <a:off x="868680" y="6044184"/>
            <a:ext cx="14173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13"/>
              </a:lnSpc>
            </a:pPr>
            <a:r>
              <a:rPr lang="pt-BR" sz="650" b="1" spc="100">
                <a:solidFill>
                  <a:srgbClr val="FFFFFF"/>
                </a:solidFill>
                <a:latin typeface="Overpass"/>
              </a:rPr>
              <a:t>{{S17_6035}}</a:t>
            </a:r>
          </a:p>
        </p:txBody>
      </p:sp>
      <p:sp>
        <p:nvSpPr>
          <p:cNvPr id="6036" name="TextBox 16"/>
          <p:cNvSpPr txBox="1"/>
          <p:nvPr/>
        </p:nvSpPr>
        <p:spPr>
          <a:xfrm>
            <a:off x="2313432" y="6044184"/>
            <a:ext cx="64008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13"/>
              </a:lnSpc>
            </a:pPr>
            <a:r>
              <a:rPr lang="pt-BR" sz="650" b="1" spc="100">
                <a:solidFill>
                  <a:srgbClr val="FFFFFF"/>
                </a:solidFill>
                <a:latin typeface="Overpass"/>
              </a:rPr>
              <a:t>{{S17_6036}}</a:t>
            </a:r>
          </a:p>
        </p:txBody>
      </p:sp>
      <p:sp>
        <p:nvSpPr>
          <p:cNvPr id="6037" name="TextBox 16"/>
          <p:cNvSpPr txBox="1"/>
          <p:nvPr/>
        </p:nvSpPr>
        <p:spPr>
          <a:xfrm>
            <a:off x="2971800" y="6044184"/>
            <a:ext cx="77724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13"/>
              </a:lnSpc>
            </a:pPr>
            <a:r>
              <a:rPr lang="pt-BR" sz="650" b="1" spc="100">
                <a:solidFill>
                  <a:srgbClr val="FFFFFF"/>
                </a:solidFill>
                <a:latin typeface="Overpass"/>
              </a:rPr>
              <a:t>{{S17_6037}}</a:t>
            </a:r>
          </a:p>
        </p:txBody>
      </p:sp>
      <p:sp>
        <p:nvSpPr>
          <p:cNvPr id="6038" name="Rectangle 14"/>
          <p:cNvSpPr/>
          <p:nvPr/>
        </p:nvSpPr>
        <p:spPr>
          <a:xfrm>
            <a:off x="740664" y="6291072"/>
            <a:ext cx="73152" cy="73152"/>
          </a:xfrm>
          <a:prstGeom prst="rect">
            <a:avLst/>
          </a:prstGeom>
          <a:solidFill>
            <a:srgbClr val="B08A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39" name="TextBox 16"/>
          <p:cNvSpPr txBox="1"/>
          <p:nvPr/>
        </p:nvSpPr>
        <p:spPr>
          <a:xfrm>
            <a:off x="868680" y="6263640"/>
            <a:ext cx="1417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1">
                <a:solidFill>
                  <a:srgbClr val="1A1A24"/>
                </a:solidFill>
                <a:latin typeface="Overpass"/>
              </a:rPr>
              <a:t>{{S17_6039}}</a:t>
            </a:r>
          </a:p>
        </p:txBody>
      </p:sp>
      <p:sp>
        <p:nvSpPr>
          <p:cNvPr id="6040" name="TextBox 16"/>
          <p:cNvSpPr txBox="1"/>
          <p:nvPr/>
        </p:nvSpPr>
        <p:spPr>
          <a:xfrm>
            <a:off x="2313432" y="6263640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{{S17_6040}}</a:t>
            </a:r>
          </a:p>
        </p:txBody>
      </p:sp>
      <p:sp>
        <p:nvSpPr>
          <p:cNvPr id="6041" name="TextBox 16"/>
          <p:cNvSpPr txBox="1"/>
          <p:nvPr/>
        </p:nvSpPr>
        <p:spPr>
          <a:xfrm>
            <a:off x="2971800" y="6263640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{{S17_6041}}</a:t>
            </a:r>
          </a:p>
        </p:txBody>
      </p:sp>
      <p:sp>
        <p:nvSpPr>
          <p:cNvPr id="6042" name="Rectangle 14"/>
          <p:cNvSpPr/>
          <p:nvPr/>
        </p:nvSpPr>
        <p:spPr>
          <a:xfrm>
            <a:off x="685800" y="6423660"/>
            <a:ext cx="3072384" cy="187452"/>
          </a:xfrm>
          <a:prstGeom prst="rect">
            <a:avLst/>
          </a:prstGeom>
          <a:solidFill>
            <a:srgbClr val="F4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43" name="Rectangle 14"/>
          <p:cNvSpPr/>
          <p:nvPr/>
        </p:nvSpPr>
        <p:spPr>
          <a:xfrm>
            <a:off x="740664" y="6478524"/>
            <a:ext cx="73152" cy="73152"/>
          </a:xfrm>
          <a:prstGeom prst="rect">
            <a:avLst/>
          </a:prstGeom>
          <a:solidFill>
            <a:srgbClr val="B08A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44" name="TextBox 16"/>
          <p:cNvSpPr txBox="1"/>
          <p:nvPr/>
        </p:nvSpPr>
        <p:spPr>
          <a:xfrm>
            <a:off x="868680" y="6451092"/>
            <a:ext cx="1417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1">
                <a:solidFill>
                  <a:srgbClr val="1A1A24"/>
                </a:solidFill>
                <a:latin typeface="Overpass"/>
              </a:rPr>
              <a:t>{{S17_6044}}</a:t>
            </a:r>
          </a:p>
        </p:txBody>
      </p:sp>
      <p:sp>
        <p:nvSpPr>
          <p:cNvPr id="6045" name="TextBox 16"/>
          <p:cNvSpPr txBox="1"/>
          <p:nvPr/>
        </p:nvSpPr>
        <p:spPr>
          <a:xfrm>
            <a:off x="2313432" y="6451092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{{S17_6045}}</a:t>
            </a:r>
          </a:p>
        </p:txBody>
      </p:sp>
      <p:sp>
        <p:nvSpPr>
          <p:cNvPr id="6046" name="TextBox 16"/>
          <p:cNvSpPr txBox="1"/>
          <p:nvPr/>
        </p:nvSpPr>
        <p:spPr>
          <a:xfrm>
            <a:off x="2971800" y="6451092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{{S17_6046}}</a:t>
            </a:r>
          </a:p>
        </p:txBody>
      </p:sp>
      <p:sp>
        <p:nvSpPr>
          <p:cNvPr id="6047" name="Rectangle 14"/>
          <p:cNvSpPr/>
          <p:nvPr/>
        </p:nvSpPr>
        <p:spPr>
          <a:xfrm>
            <a:off x="740664" y="6665976"/>
            <a:ext cx="73152" cy="73152"/>
          </a:xfrm>
          <a:prstGeom prst="rect">
            <a:avLst/>
          </a:prstGeom>
          <a:solidFill>
            <a:srgbClr val="B08A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48" name="TextBox 16"/>
          <p:cNvSpPr txBox="1"/>
          <p:nvPr/>
        </p:nvSpPr>
        <p:spPr>
          <a:xfrm>
            <a:off x="868680" y="6638544"/>
            <a:ext cx="1417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1">
                <a:solidFill>
                  <a:srgbClr val="1A1A24"/>
                </a:solidFill>
                <a:latin typeface="Overpass"/>
              </a:rPr>
              <a:t>{{S17_6048}}</a:t>
            </a:r>
          </a:p>
        </p:txBody>
      </p:sp>
      <p:sp>
        <p:nvSpPr>
          <p:cNvPr id="6049" name="TextBox 16"/>
          <p:cNvSpPr txBox="1"/>
          <p:nvPr/>
        </p:nvSpPr>
        <p:spPr>
          <a:xfrm>
            <a:off x="2313432" y="6638544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{{S17_6049}}</a:t>
            </a:r>
          </a:p>
        </p:txBody>
      </p:sp>
      <p:sp>
        <p:nvSpPr>
          <p:cNvPr id="6050" name="TextBox 16"/>
          <p:cNvSpPr txBox="1"/>
          <p:nvPr/>
        </p:nvSpPr>
        <p:spPr>
          <a:xfrm>
            <a:off x="2971800" y="6638544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{{S17_6050}}</a:t>
            </a:r>
          </a:p>
        </p:txBody>
      </p:sp>
      <p:sp>
        <p:nvSpPr>
          <p:cNvPr id="6051" name="Rectangle 14"/>
          <p:cNvSpPr/>
          <p:nvPr/>
        </p:nvSpPr>
        <p:spPr>
          <a:xfrm>
            <a:off x="685800" y="6798564"/>
            <a:ext cx="3072384" cy="187452"/>
          </a:xfrm>
          <a:prstGeom prst="rect">
            <a:avLst/>
          </a:prstGeom>
          <a:solidFill>
            <a:srgbClr val="F4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52" name="Rectangle 14"/>
          <p:cNvSpPr/>
          <p:nvPr/>
        </p:nvSpPr>
        <p:spPr>
          <a:xfrm>
            <a:off x="740664" y="6853428"/>
            <a:ext cx="73152" cy="73152"/>
          </a:xfrm>
          <a:prstGeom prst="rect">
            <a:avLst/>
          </a:prstGeom>
          <a:solidFill>
            <a:srgbClr val="B08A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53" name="TextBox 16"/>
          <p:cNvSpPr txBox="1"/>
          <p:nvPr/>
        </p:nvSpPr>
        <p:spPr>
          <a:xfrm>
            <a:off x="868680" y="6825996"/>
            <a:ext cx="1417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1">
                <a:solidFill>
                  <a:srgbClr val="1A1A24"/>
                </a:solidFill>
                <a:latin typeface="Overpass"/>
              </a:rPr>
              <a:t>{{S17_6053}}</a:t>
            </a:r>
          </a:p>
        </p:txBody>
      </p:sp>
      <p:sp>
        <p:nvSpPr>
          <p:cNvPr id="6054" name="TextBox 16"/>
          <p:cNvSpPr txBox="1"/>
          <p:nvPr/>
        </p:nvSpPr>
        <p:spPr>
          <a:xfrm>
            <a:off x="2313432" y="6825996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{{S17_6054}}</a:t>
            </a:r>
          </a:p>
        </p:txBody>
      </p:sp>
      <p:sp>
        <p:nvSpPr>
          <p:cNvPr id="6055" name="TextBox 16"/>
          <p:cNvSpPr txBox="1"/>
          <p:nvPr/>
        </p:nvSpPr>
        <p:spPr>
          <a:xfrm>
            <a:off x="2971800" y="6825996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{{S17_6055}}</a:t>
            </a:r>
          </a:p>
        </p:txBody>
      </p:sp>
      <p:sp>
        <p:nvSpPr>
          <p:cNvPr id="6056" name="Rectangle 14"/>
          <p:cNvSpPr/>
          <p:nvPr/>
        </p:nvSpPr>
        <p:spPr>
          <a:xfrm>
            <a:off x="740664" y="7040880"/>
            <a:ext cx="73152" cy="73152"/>
          </a:xfrm>
          <a:prstGeom prst="rect">
            <a:avLst/>
          </a:prstGeom>
          <a:solidFill>
            <a:srgbClr val="B08A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57" name="TextBox 16"/>
          <p:cNvSpPr txBox="1"/>
          <p:nvPr/>
        </p:nvSpPr>
        <p:spPr>
          <a:xfrm>
            <a:off x="868680" y="7013448"/>
            <a:ext cx="1417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1">
                <a:solidFill>
                  <a:srgbClr val="1A1A24"/>
                </a:solidFill>
                <a:latin typeface="Overpass"/>
              </a:rPr>
              <a:t>{{S17_6057}}</a:t>
            </a:r>
          </a:p>
        </p:txBody>
      </p:sp>
      <p:sp>
        <p:nvSpPr>
          <p:cNvPr id="6058" name="TextBox 16"/>
          <p:cNvSpPr txBox="1"/>
          <p:nvPr/>
        </p:nvSpPr>
        <p:spPr>
          <a:xfrm>
            <a:off x="2313432" y="701344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{{S17_6058}}</a:t>
            </a:r>
          </a:p>
        </p:txBody>
      </p:sp>
      <p:sp>
        <p:nvSpPr>
          <p:cNvPr id="6059" name="TextBox 16"/>
          <p:cNvSpPr txBox="1"/>
          <p:nvPr/>
        </p:nvSpPr>
        <p:spPr>
          <a:xfrm>
            <a:off x="2971800" y="7013448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{{S17_6059}}</a:t>
            </a:r>
          </a:p>
        </p:txBody>
      </p:sp>
      <p:sp>
        <p:nvSpPr>
          <p:cNvPr id="6060" name="Rectangle 14"/>
          <p:cNvSpPr/>
          <p:nvPr/>
        </p:nvSpPr>
        <p:spPr>
          <a:xfrm>
            <a:off x="685800" y="7173468"/>
            <a:ext cx="3072384" cy="187452"/>
          </a:xfrm>
          <a:prstGeom prst="rect">
            <a:avLst/>
          </a:prstGeom>
          <a:solidFill>
            <a:srgbClr val="F4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61" name="Rectangle 14"/>
          <p:cNvSpPr/>
          <p:nvPr/>
        </p:nvSpPr>
        <p:spPr>
          <a:xfrm>
            <a:off x="740664" y="7228332"/>
            <a:ext cx="73152" cy="73152"/>
          </a:xfrm>
          <a:prstGeom prst="rect">
            <a:avLst/>
          </a:prstGeom>
          <a:solidFill>
            <a:srgbClr val="B08A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62" name="TextBox 16"/>
          <p:cNvSpPr txBox="1"/>
          <p:nvPr/>
        </p:nvSpPr>
        <p:spPr>
          <a:xfrm>
            <a:off x="868680" y="7200900"/>
            <a:ext cx="1417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1">
                <a:solidFill>
                  <a:srgbClr val="1A1A24"/>
                </a:solidFill>
                <a:latin typeface="Overpass"/>
              </a:rPr>
              <a:t>{{S17_6062}}</a:t>
            </a:r>
          </a:p>
        </p:txBody>
      </p:sp>
      <p:sp>
        <p:nvSpPr>
          <p:cNvPr id="6063" name="TextBox 16"/>
          <p:cNvSpPr txBox="1"/>
          <p:nvPr/>
        </p:nvSpPr>
        <p:spPr>
          <a:xfrm>
            <a:off x="2313432" y="7200900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{{S17_6063}}</a:t>
            </a:r>
          </a:p>
        </p:txBody>
      </p:sp>
      <p:sp>
        <p:nvSpPr>
          <p:cNvPr id="6064" name="TextBox 16"/>
          <p:cNvSpPr txBox="1"/>
          <p:nvPr/>
        </p:nvSpPr>
        <p:spPr>
          <a:xfrm>
            <a:off x="2971800" y="7200900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{{S17_6064}}</a:t>
            </a:r>
          </a:p>
        </p:txBody>
      </p:sp>
      <p:sp>
        <p:nvSpPr>
          <p:cNvPr id="6065" name="Rectangle 14"/>
          <p:cNvSpPr/>
          <p:nvPr/>
        </p:nvSpPr>
        <p:spPr>
          <a:xfrm>
            <a:off x="740664" y="7415784"/>
            <a:ext cx="73152" cy="73152"/>
          </a:xfrm>
          <a:prstGeom prst="rect">
            <a:avLst/>
          </a:prstGeom>
          <a:solidFill>
            <a:srgbClr val="B08A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66" name="TextBox 16"/>
          <p:cNvSpPr txBox="1"/>
          <p:nvPr/>
        </p:nvSpPr>
        <p:spPr>
          <a:xfrm>
            <a:off x="868680" y="7388352"/>
            <a:ext cx="1417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1">
                <a:solidFill>
                  <a:srgbClr val="1A1A24"/>
                </a:solidFill>
                <a:latin typeface="Overpass"/>
              </a:rPr>
              <a:t>{{S17_6066}}</a:t>
            </a:r>
          </a:p>
        </p:txBody>
      </p:sp>
      <p:sp>
        <p:nvSpPr>
          <p:cNvPr id="6067" name="TextBox 16"/>
          <p:cNvSpPr txBox="1"/>
          <p:nvPr/>
        </p:nvSpPr>
        <p:spPr>
          <a:xfrm>
            <a:off x="2313432" y="7388352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{{S17_6067}}</a:t>
            </a:r>
          </a:p>
        </p:txBody>
      </p:sp>
      <p:sp>
        <p:nvSpPr>
          <p:cNvPr id="6068" name="TextBox 16"/>
          <p:cNvSpPr txBox="1"/>
          <p:nvPr/>
        </p:nvSpPr>
        <p:spPr>
          <a:xfrm>
            <a:off x="2971800" y="7388352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{{S17_6068}}</a:t>
            </a:r>
          </a:p>
        </p:txBody>
      </p:sp>
      <p:sp>
        <p:nvSpPr>
          <p:cNvPr id="6069" name="Rectangle 14"/>
          <p:cNvSpPr/>
          <p:nvPr/>
        </p:nvSpPr>
        <p:spPr>
          <a:xfrm>
            <a:off x="685800" y="7548372"/>
            <a:ext cx="3072384" cy="187452"/>
          </a:xfrm>
          <a:prstGeom prst="rect">
            <a:avLst/>
          </a:prstGeom>
          <a:solidFill>
            <a:srgbClr val="F4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70" name="Rectangle 14"/>
          <p:cNvSpPr/>
          <p:nvPr/>
        </p:nvSpPr>
        <p:spPr>
          <a:xfrm>
            <a:off x="740664" y="7603236"/>
            <a:ext cx="73152" cy="73152"/>
          </a:xfrm>
          <a:prstGeom prst="rect">
            <a:avLst/>
          </a:prstGeom>
          <a:solidFill>
            <a:srgbClr val="B08A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71" name="TextBox 16"/>
          <p:cNvSpPr txBox="1"/>
          <p:nvPr/>
        </p:nvSpPr>
        <p:spPr>
          <a:xfrm>
            <a:off x="868680" y="7575804"/>
            <a:ext cx="1417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1">
                <a:solidFill>
                  <a:srgbClr val="1A1A24"/>
                </a:solidFill>
                <a:latin typeface="Overpass"/>
              </a:rPr>
              <a:t>{{S17_6071}}</a:t>
            </a:r>
          </a:p>
        </p:txBody>
      </p:sp>
      <p:sp>
        <p:nvSpPr>
          <p:cNvPr id="6072" name="TextBox 16"/>
          <p:cNvSpPr txBox="1"/>
          <p:nvPr/>
        </p:nvSpPr>
        <p:spPr>
          <a:xfrm>
            <a:off x="2313432" y="7575804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{{S17_6072}}</a:t>
            </a:r>
          </a:p>
        </p:txBody>
      </p:sp>
      <p:sp>
        <p:nvSpPr>
          <p:cNvPr id="6073" name="TextBox 16"/>
          <p:cNvSpPr txBox="1"/>
          <p:nvPr/>
        </p:nvSpPr>
        <p:spPr>
          <a:xfrm>
            <a:off x="2971800" y="7575804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{{S17_6073}}</a:t>
            </a:r>
          </a:p>
        </p:txBody>
      </p:sp>
      <p:sp>
        <p:nvSpPr>
          <p:cNvPr id="6074" name="Rectangle 14"/>
          <p:cNvSpPr/>
          <p:nvPr/>
        </p:nvSpPr>
        <p:spPr>
          <a:xfrm>
            <a:off x="3941064" y="5998464"/>
            <a:ext cx="3072384" cy="2194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75" name="TextBox 16"/>
          <p:cNvSpPr txBox="1"/>
          <p:nvPr/>
        </p:nvSpPr>
        <p:spPr>
          <a:xfrm>
            <a:off x="4123944" y="6044184"/>
            <a:ext cx="14173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13"/>
              </a:lnSpc>
            </a:pPr>
            <a:r>
              <a:rPr lang="pt-BR" sz="650" b="1" spc="100">
                <a:solidFill>
                  <a:srgbClr val="FFFFFF"/>
                </a:solidFill>
                <a:latin typeface="Overpass"/>
              </a:rPr>
              <a:t>{{S17_6075}}</a:t>
            </a:r>
          </a:p>
        </p:txBody>
      </p:sp>
      <p:sp>
        <p:nvSpPr>
          <p:cNvPr id="6076" name="TextBox 16"/>
          <p:cNvSpPr txBox="1"/>
          <p:nvPr/>
        </p:nvSpPr>
        <p:spPr>
          <a:xfrm>
            <a:off x="5568696" y="6044184"/>
            <a:ext cx="64008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13"/>
              </a:lnSpc>
            </a:pPr>
            <a:r>
              <a:rPr lang="pt-BR" sz="650" b="1" spc="100">
                <a:solidFill>
                  <a:srgbClr val="FFFFFF"/>
                </a:solidFill>
                <a:latin typeface="Overpass"/>
              </a:rPr>
              <a:t>{{S17_6076}}</a:t>
            </a:r>
          </a:p>
        </p:txBody>
      </p:sp>
      <p:sp>
        <p:nvSpPr>
          <p:cNvPr id="6077" name="TextBox 16"/>
          <p:cNvSpPr txBox="1"/>
          <p:nvPr/>
        </p:nvSpPr>
        <p:spPr>
          <a:xfrm>
            <a:off x="6227064" y="6044184"/>
            <a:ext cx="77724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13"/>
              </a:lnSpc>
            </a:pPr>
            <a:r>
              <a:rPr lang="pt-BR" sz="650" b="1" spc="100">
                <a:solidFill>
                  <a:srgbClr val="FFFFFF"/>
                </a:solidFill>
                <a:latin typeface="Overpass"/>
              </a:rPr>
              <a:t>{{S17_6077}}</a:t>
            </a:r>
          </a:p>
        </p:txBody>
      </p:sp>
      <p:sp>
        <p:nvSpPr>
          <p:cNvPr id="6078" name="Rectangle 14"/>
          <p:cNvSpPr/>
          <p:nvPr/>
        </p:nvSpPr>
        <p:spPr>
          <a:xfrm>
            <a:off x="3995928" y="6291072"/>
            <a:ext cx="73152" cy="73152"/>
          </a:xfrm>
          <a:prstGeom prst="rect">
            <a:avLst/>
          </a:prstGeom>
          <a:solidFill>
            <a:srgbClr val="B08A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79" name="TextBox 16"/>
          <p:cNvSpPr txBox="1"/>
          <p:nvPr/>
        </p:nvSpPr>
        <p:spPr>
          <a:xfrm>
            <a:off x="4123944" y="6263640"/>
            <a:ext cx="1417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1">
                <a:solidFill>
                  <a:srgbClr val="1A1A24"/>
                </a:solidFill>
                <a:latin typeface="Overpass"/>
              </a:rPr>
              <a:t>{{S17_6079}}</a:t>
            </a:r>
          </a:p>
        </p:txBody>
      </p:sp>
      <p:sp>
        <p:nvSpPr>
          <p:cNvPr id="6080" name="TextBox 16"/>
          <p:cNvSpPr txBox="1"/>
          <p:nvPr/>
        </p:nvSpPr>
        <p:spPr>
          <a:xfrm>
            <a:off x="5568696" y="6263640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{{S17_6080}}</a:t>
            </a:r>
          </a:p>
        </p:txBody>
      </p:sp>
      <p:sp>
        <p:nvSpPr>
          <p:cNvPr id="6081" name="TextBox 16"/>
          <p:cNvSpPr txBox="1"/>
          <p:nvPr/>
        </p:nvSpPr>
        <p:spPr>
          <a:xfrm>
            <a:off x="6227064" y="6263640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{{S17_6081}}</a:t>
            </a:r>
          </a:p>
        </p:txBody>
      </p:sp>
      <p:sp>
        <p:nvSpPr>
          <p:cNvPr id="6082" name="Rectangle 14"/>
          <p:cNvSpPr/>
          <p:nvPr/>
        </p:nvSpPr>
        <p:spPr>
          <a:xfrm>
            <a:off x="3941064" y="6423660"/>
            <a:ext cx="3072384" cy="187452"/>
          </a:xfrm>
          <a:prstGeom prst="rect">
            <a:avLst/>
          </a:prstGeom>
          <a:solidFill>
            <a:srgbClr val="F4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83" name="TextBox 16"/>
          <p:cNvSpPr txBox="1"/>
          <p:nvPr/>
        </p:nvSpPr>
        <p:spPr>
          <a:xfrm>
            <a:off x="4123944" y="6451092"/>
            <a:ext cx="1417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1">
                <a:solidFill>
                  <a:srgbClr val="1A1A24"/>
                </a:solidFill>
                <a:latin typeface="Overpass"/>
              </a:rPr>
              <a:t>{{S17_6083}}</a:t>
            </a:r>
          </a:p>
        </p:txBody>
      </p:sp>
      <p:sp>
        <p:nvSpPr>
          <p:cNvPr id="6084" name="TextBox 16"/>
          <p:cNvSpPr txBox="1"/>
          <p:nvPr/>
        </p:nvSpPr>
        <p:spPr>
          <a:xfrm>
            <a:off x="5568696" y="6451092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{{S17_6084}}</a:t>
            </a:r>
          </a:p>
        </p:txBody>
      </p:sp>
      <p:sp>
        <p:nvSpPr>
          <p:cNvPr id="6085" name="TextBox 16"/>
          <p:cNvSpPr txBox="1"/>
          <p:nvPr/>
        </p:nvSpPr>
        <p:spPr>
          <a:xfrm>
            <a:off x="6227064" y="6451092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{{S17_6085}}</a:t>
            </a:r>
          </a:p>
        </p:txBody>
      </p:sp>
      <p:sp>
        <p:nvSpPr>
          <p:cNvPr id="6086" name="TextBox 16"/>
          <p:cNvSpPr txBox="1"/>
          <p:nvPr/>
        </p:nvSpPr>
        <p:spPr>
          <a:xfrm>
            <a:off x="4123944" y="6638544"/>
            <a:ext cx="1417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1">
                <a:solidFill>
                  <a:srgbClr val="1A1A24"/>
                </a:solidFill>
                <a:latin typeface="Overpass"/>
              </a:rPr>
              <a:t>{{S17_6086}}</a:t>
            </a:r>
          </a:p>
        </p:txBody>
      </p:sp>
      <p:sp>
        <p:nvSpPr>
          <p:cNvPr id="6087" name="TextBox 16"/>
          <p:cNvSpPr txBox="1"/>
          <p:nvPr/>
        </p:nvSpPr>
        <p:spPr>
          <a:xfrm>
            <a:off x="5568696" y="6638544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{{S17_6087}}</a:t>
            </a:r>
          </a:p>
        </p:txBody>
      </p:sp>
      <p:sp>
        <p:nvSpPr>
          <p:cNvPr id="6088" name="TextBox 16"/>
          <p:cNvSpPr txBox="1"/>
          <p:nvPr/>
        </p:nvSpPr>
        <p:spPr>
          <a:xfrm>
            <a:off x="6227064" y="6638544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{{S17_6088}}</a:t>
            </a:r>
          </a:p>
        </p:txBody>
      </p:sp>
      <p:sp>
        <p:nvSpPr>
          <p:cNvPr id="6089" name="Rectangle 14"/>
          <p:cNvSpPr/>
          <p:nvPr/>
        </p:nvSpPr>
        <p:spPr>
          <a:xfrm>
            <a:off x="3941064" y="6798564"/>
            <a:ext cx="3072384" cy="187452"/>
          </a:xfrm>
          <a:prstGeom prst="rect">
            <a:avLst/>
          </a:prstGeom>
          <a:solidFill>
            <a:srgbClr val="F4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90" name="TextBox 16"/>
          <p:cNvSpPr txBox="1"/>
          <p:nvPr/>
        </p:nvSpPr>
        <p:spPr>
          <a:xfrm>
            <a:off x="4123944" y="6825996"/>
            <a:ext cx="1417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1">
                <a:solidFill>
                  <a:srgbClr val="1A1A24"/>
                </a:solidFill>
                <a:latin typeface="Overpass"/>
              </a:rPr>
              <a:t>{{S17_6090}}</a:t>
            </a:r>
          </a:p>
        </p:txBody>
      </p:sp>
      <p:sp>
        <p:nvSpPr>
          <p:cNvPr id="6091" name="TextBox 16"/>
          <p:cNvSpPr txBox="1"/>
          <p:nvPr/>
        </p:nvSpPr>
        <p:spPr>
          <a:xfrm>
            <a:off x="5568696" y="6825996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{{S17_6091}}</a:t>
            </a:r>
          </a:p>
        </p:txBody>
      </p:sp>
      <p:sp>
        <p:nvSpPr>
          <p:cNvPr id="6092" name="TextBox 16"/>
          <p:cNvSpPr txBox="1"/>
          <p:nvPr/>
        </p:nvSpPr>
        <p:spPr>
          <a:xfrm>
            <a:off x="6227064" y="6825996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{{S17_6092}}</a:t>
            </a:r>
          </a:p>
        </p:txBody>
      </p:sp>
      <p:sp>
        <p:nvSpPr>
          <p:cNvPr id="6093" name="TextBox 16"/>
          <p:cNvSpPr txBox="1"/>
          <p:nvPr/>
        </p:nvSpPr>
        <p:spPr>
          <a:xfrm>
            <a:off x="4123944" y="7013448"/>
            <a:ext cx="1417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1">
                <a:solidFill>
                  <a:srgbClr val="1A1A24"/>
                </a:solidFill>
                <a:latin typeface="Overpass"/>
              </a:rPr>
              <a:t>{{S17_6093}}</a:t>
            </a:r>
          </a:p>
        </p:txBody>
      </p:sp>
      <p:sp>
        <p:nvSpPr>
          <p:cNvPr id="6094" name="TextBox 16"/>
          <p:cNvSpPr txBox="1"/>
          <p:nvPr/>
        </p:nvSpPr>
        <p:spPr>
          <a:xfrm>
            <a:off x="5568696" y="701344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{{S17_6094}}</a:t>
            </a:r>
          </a:p>
        </p:txBody>
      </p:sp>
      <p:sp>
        <p:nvSpPr>
          <p:cNvPr id="6095" name="TextBox 16"/>
          <p:cNvSpPr txBox="1"/>
          <p:nvPr/>
        </p:nvSpPr>
        <p:spPr>
          <a:xfrm>
            <a:off x="6227064" y="7013448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{{S17_6095}}</a:t>
            </a:r>
          </a:p>
        </p:txBody>
      </p:sp>
      <p:sp>
        <p:nvSpPr>
          <p:cNvPr id="6096" name="Rectangle 14"/>
          <p:cNvSpPr/>
          <p:nvPr/>
        </p:nvSpPr>
        <p:spPr>
          <a:xfrm>
            <a:off x="3941064" y="7173468"/>
            <a:ext cx="3072384" cy="187452"/>
          </a:xfrm>
          <a:prstGeom prst="rect">
            <a:avLst/>
          </a:prstGeom>
          <a:solidFill>
            <a:srgbClr val="F4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97" name="TextBox 16"/>
          <p:cNvSpPr txBox="1"/>
          <p:nvPr/>
        </p:nvSpPr>
        <p:spPr>
          <a:xfrm>
            <a:off x="4123944" y="7200900"/>
            <a:ext cx="1417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1">
                <a:solidFill>
                  <a:srgbClr val="1A1A24"/>
                </a:solidFill>
                <a:latin typeface="Overpass"/>
              </a:rPr>
              <a:t>{{S17_6097}}</a:t>
            </a:r>
          </a:p>
        </p:txBody>
      </p:sp>
      <p:sp>
        <p:nvSpPr>
          <p:cNvPr id="6098" name="TextBox 16"/>
          <p:cNvSpPr txBox="1"/>
          <p:nvPr/>
        </p:nvSpPr>
        <p:spPr>
          <a:xfrm>
            <a:off x="5568696" y="7200900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{{S17_6098}}</a:t>
            </a:r>
          </a:p>
        </p:txBody>
      </p:sp>
      <p:sp>
        <p:nvSpPr>
          <p:cNvPr id="6099" name="TextBox 16"/>
          <p:cNvSpPr txBox="1"/>
          <p:nvPr/>
        </p:nvSpPr>
        <p:spPr>
          <a:xfrm>
            <a:off x="6227064" y="7200900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{{S17_6099}}</a:t>
            </a:r>
          </a:p>
        </p:txBody>
      </p:sp>
      <p:sp>
        <p:nvSpPr>
          <p:cNvPr id="6100" name="TextBox 16"/>
          <p:cNvSpPr txBox="1"/>
          <p:nvPr/>
        </p:nvSpPr>
        <p:spPr>
          <a:xfrm>
            <a:off x="4123944" y="7388352"/>
            <a:ext cx="1417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1">
                <a:solidFill>
                  <a:srgbClr val="1A1A24"/>
                </a:solidFill>
                <a:latin typeface="Overpass"/>
              </a:rPr>
              <a:t>{{S17_6100}}</a:t>
            </a:r>
          </a:p>
        </p:txBody>
      </p:sp>
      <p:sp>
        <p:nvSpPr>
          <p:cNvPr id="6101" name="TextBox 16"/>
          <p:cNvSpPr txBox="1"/>
          <p:nvPr/>
        </p:nvSpPr>
        <p:spPr>
          <a:xfrm>
            <a:off x="5568696" y="7388352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{{S17_6101}}</a:t>
            </a:r>
          </a:p>
        </p:txBody>
      </p:sp>
      <p:sp>
        <p:nvSpPr>
          <p:cNvPr id="6102" name="TextBox 16"/>
          <p:cNvSpPr txBox="1"/>
          <p:nvPr/>
        </p:nvSpPr>
        <p:spPr>
          <a:xfrm>
            <a:off x="6227064" y="7388352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{{S17_6102}}</a:t>
            </a:r>
          </a:p>
        </p:txBody>
      </p:sp>
      <p:sp>
        <p:nvSpPr>
          <p:cNvPr id="6103" name="Rectangle 14"/>
          <p:cNvSpPr/>
          <p:nvPr/>
        </p:nvSpPr>
        <p:spPr>
          <a:xfrm>
            <a:off x="3941064" y="7548372"/>
            <a:ext cx="3072384" cy="187452"/>
          </a:xfrm>
          <a:prstGeom prst="rect">
            <a:avLst/>
          </a:prstGeom>
          <a:solidFill>
            <a:srgbClr val="F4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04" name="TextBox 16"/>
          <p:cNvSpPr txBox="1"/>
          <p:nvPr/>
        </p:nvSpPr>
        <p:spPr>
          <a:xfrm>
            <a:off x="4123944" y="7575804"/>
            <a:ext cx="14173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1">
                <a:solidFill>
                  <a:srgbClr val="1A1A24"/>
                </a:solidFill>
                <a:latin typeface="Overpass"/>
              </a:rPr>
              <a:t>{{S17_6104}}</a:t>
            </a:r>
          </a:p>
        </p:txBody>
      </p:sp>
      <p:sp>
        <p:nvSpPr>
          <p:cNvPr id="6105" name="TextBox 16"/>
          <p:cNvSpPr txBox="1"/>
          <p:nvPr/>
        </p:nvSpPr>
        <p:spPr>
          <a:xfrm>
            <a:off x="5568696" y="7575804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{{S17_6105}}</a:t>
            </a:r>
          </a:p>
        </p:txBody>
      </p:sp>
      <p:sp>
        <p:nvSpPr>
          <p:cNvPr id="6106" name="TextBox 16"/>
          <p:cNvSpPr txBox="1"/>
          <p:nvPr/>
        </p:nvSpPr>
        <p:spPr>
          <a:xfrm>
            <a:off x="6227064" y="7575804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5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{{S17_6106}}</a:t>
            </a:r>
          </a:p>
        </p:txBody>
      </p:sp>
      <p:sp>
        <p:nvSpPr>
          <p:cNvPr id="6107" name="Rectangle 14"/>
          <p:cNvSpPr/>
          <p:nvPr/>
        </p:nvSpPr>
        <p:spPr>
          <a:xfrm>
            <a:off x="685800" y="7927848"/>
            <a:ext cx="6327648" cy="1481328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08" name="TextBox 16"/>
          <p:cNvSpPr txBox="1"/>
          <p:nvPr/>
        </p:nvSpPr>
        <p:spPr>
          <a:xfrm>
            <a:off x="868680" y="8055864"/>
            <a:ext cx="594360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01"/>
              </a:lnSpc>
            </a:pPr>
            <a:r>
              <a:rPr lang="pt-BR" sz="800" b="1" spc="100">
                <a:solidFill>
                  <a:srgbClr val="FFE600"/>
                </a:solidFill>
                <a:latin typeface="Overpass"/>
              </a:rPr>
              <a:t>{{S17_6108}}</a:t>
            </a:r>
          </a:p>
        </p:txBody>
      </p:sp>
      <p:sp>
        <p:nvSpPr>
          <p:cNvPr id="6109" name="TextBox 16"/>
          <p:cNvSpPr txBox="1"/>
          <p:nvPr/>
        </p:nvSpPr>
        <p:spPr>
          <a:xfrm>
            <a:off x="868680" y="8257031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3"/>
              </a:lnSpc>
            </a:pPr>
            <a:r>
              <a:rPr lang="pt-BR" sz="1050" b="1">
                <a:solidFill>
                  <a:srgbClr val="FFFFFF"/>
                </a:solidFill>
                <a:latin typeface="Overpass"/>
              </a:rPr>
              <a:t>{{S17_6109}}</a:t>
            </a:r>
          </a:p>
        </p:txBody>
      </p:sp>
      <p:cxnSp>
        <p:nvCxnSpPr>
          <p:cNvPr id="6110" name="Connector 29"/>
          <p:cNvCxnSpPr/>
          <p:nvPr/>
        </p:nvCxnSpPr>
        <p:spPr>
          <a:xfrm>
            <a:off x="868680" y="8604504"/>
            <a:ext cx="5961888" cy="0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6111" name="TextBox 16"/>
          <p:cNvSpPr txBox="1"/>
          <p:nvPr/>
        </p:nvSpPr>
        <p:spPr>
          <a:xfrm>
            <a:off x="868680" y="8714232"/>
            <a:ext cx="180441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38"/>
              </a:lnSpc>
            </a:pPr>
            <a:r>
              <a:rPr lang="pt-BR" sz="750" b="1" spc="100">
                <a:solidFill>
                  <a:srgbClr val="FFFFFF"/>
                </a:solidFill>
                <a:latin typeface="Overpass"/>
              </a:rPr>
              <a:t>{{S17_6111}}</a:t>
            </a:r>
          </a:p>
        </p:txBody>
      </p:sp>
      <p:sp>
        <p:nvSpPr>
          <p:cNvPr id="6112" name="TextBox 16"/>
          <p:cNvSpPr txBox="1"/>
          <p:nvPr/>
        </p:nvSpPr>
        <p:spPr>
          <a:xfrm>
            <a:off x="868680" y="8915400"/>
            <a:ext cx="1767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71"/>
              </a:lnSpc>
            </a:pPr>
            <a:r>
              <a:rPr lang="pt-BR" sz="850" b="0">
                <a:solidFill>
                  <a:srgbClr val="E4E4EA"/>
                </a:solidFill>
                <a:latin typeface="Overpass"/>
              </a:rPr>
              <a:t>{{S17_6112}}</a:t>
            </a:r>
          </a:p>
        </p:txBody>
      </p:sp>
      <p:cxnSp>
        <p:nvCxnSpPr>
          <p:cNvPr id="6113" name="Connector 29"/>
          <p:cNvCxnSpPr/>
          <p:nvPr/>
        </p:nvCxnSpPr>
        <p:spPr>
          <a:xfrm>
            <a:off x="2855975" y="8714232"/>
            <a:ext cx="0" cy="566928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6114" name="TextBox 16"/>
          <p:cNvSpPr txBox="1"/>
          <p:nvPr/>
        </p:nvSpPr>
        <p:spPr>
          <a:xfrm>
            <a:off x="2983992" y="8714232"/>
            <a:ext cx="180441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38"/>
              </a:lnSpc>
            </a:pPr>
            <a:r>
              <a:rPr lang="pt-BR" sz="750" b="1" spc="100">
                <a:solidFill>
                  <a:srgbClr val="FFFFFF"/>
                </a:solidFill>
                <a:latin typeface="Overpass"/>
              </a:rPr>
              <a:t>{{S17_6114}}</a:t>
            </a:r>
          </a:p>
        </p:txBody>
      </p:sp>
      <p:sp>
        <p:nvSpPr>
          <p:cNvPr id="6115" name="TextBox 16"/>
          <p:cNvSpPr txBox="1"/>
          <p:nvPr/>
        </p:nvSpPr>
        <p:spPr>
          <a:xfrm>
            <a:off x="2983992" y="8915400"/>
            <a:ext cx="1767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71"/>
              </a:lnSpc>
            </a:pPr>
            <a:r>
              <a:rPr lang="pt-BR" sz="850" b="0">
                <a:solidFill>
                  <a:srgbClr val="E4E4EA"/>
                </a:solidFill>
                <a:latin typeface="Overpass"/>
              </a:rPr>
              <a:t>{{S17_6115}}</a:t>
            </a:r>
          </a:p>
        </p:txBody>
      </p:sp>
      <p:cxnSp>
        <p:nvCxnSpPr>
          <p:cNvPr id="6116" name="Connector 29"/>
          <p:cNvCxnSpPr/>
          <p:nvPr/>
        </p:nvCxnSpPr>
        <p:spPr>
          <a:xfrm>
            <a:off x="4843272" y="8714232"/>
            <a:ext cx="0" cy="566928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6117" name="TextBox 16"/>
          <p:cNvSpPr txBox="1"/>
          <p:nvPr/>
        </p:nvSpPr>
        <p:spPr>
          <a:xfrm>
            <a:off x="4971288" y="8714232"/>
            <a:ext cx="180441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38"/>
              </a:lnSpc>
            </a:pPr>
            <a:r>
              <a:rPr lang="pt-BR" sz="750" b="1" spc="100">
                <a:solidFill>
                  <a:srgbClr val="FFFFFF"/>
                </a:solidFill>
                <a:latin typeface="Overpass"/>
              </a:rPr>
              <a:t>{{S17_6117}}</a:t>
            </a:r>
          </a:p>
        </p:txBody>
      </p:sp>
      <p:sp>
        <p:nvSpPr>
          <p:cNvPr id="6118" name="TextBox 16"/>
          <p:cNvSpPr txBox="1"/>
          <p:nvPr/>
        </p:nvSpPr>
        <p:spPr>
          <a:xfrm>
            <a:off x="4971288" y="8915400"/>
            <a:ext cx="1767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71"/>
              </a:lnSpc>
            </a:pPr>
            <a:r>
              <a:rPr lang="pt-BR" sz="850" b="0">
                <a:solidFill>
                  <a:srgbClr val="E4E4EA"/>
                </a:solidFill>
                <a:latin typeface="Overpass"/>
              </a:rPr>
              <a:t>{{S17_6118}}</a:t>
            </a:r>
          </a:p>
        </p:txBody>
      </p:sp>
      <p:sp>
        <p:nvSpPr>
          <p:cNvPr id="6119" name="TextBox 17"/>
          <p:cNvSpPr txBox="1"/>
          <p:nvPr/>
        </p:nvSpPr>
        <p:spPr>
          <a:xfrm>
            <a:off x="685800" y="9518904"/>
            <a:ext cx="632764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75"/>
              </a:lnSpc>
            </a:pPr>
            <a:r>
              <a:rPr lang="pt-BR" sz="700" b="0">
                <a:solidFill>
                  <a:srgbClr val="1A1A24"/>
                </a:solidFill>
                <a:latin typeface="Overpass"/>
              </a:rPr>
              <a:t>{{S17_6119}}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384048"/>
            <a:ext cx="786333" cy="23774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FFC000"/>
                </a:solidFill>
                <a:latin typeface="Overpass"/>
              </a:rPr>
              <a:t>{{S18_2}}</a:t>
            </a:r>
          </a:p>
        </p:txBody>
      </p:sp>
      <p:pic>
        <p:nvPicPr>
          <p:cNvPr id="3" name="Logo EY" descr="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014" y="246888"/>
            <a:ext cx="482433" cy="56692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685800" y="10058400"/>
            <a:ext cx="6327648" cy="0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685800" y="10131552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11"/>
              </a:lnSpc>
            </a:pPr>
            <a:r>
              <a:rPr lang="pt-BR" sz="650" b="0">
                <a:solidFill>
                  <a:srgbClr val="1A1A24"/>
                </a:solidFill>
                <a:latin typeface="Overpass"/>
              </a:rPr>
              <a:t>{{S18_5}}</a:t>
            </a:r>
          </a:p>
        </p:txBody>
      </p:sp>
      <p:sp>
        <p:nvSpPr>
          <p:cNvPr id="6" name="Rectangle 5"/>
          <p:cNvSpPr/>
          <p:nvPr/>
        </p:nvSpPr>
        <p:spPr>
          <a:xfrm>
            <a:off x="6775704" y="10113264"/>
            <a:ext cx="237744" cy="21945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{{S18_6}}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-182467" y="1480915"/>
            <a:ext cx="1096454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75"/>
              </a:lnSpc>
            </a:pPr>
            <a:r>
              <a:rPr lang="pt-BR" sz="700" b="1" spc="120">
                <a:solidFill>
                  <a:srgbClr val="1A1A24"/>
                </a:solidFill>
                <a:latin typeface="Overpass"/>
              </a:rPr>
              <a:t>{{S18_7}}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2257742"/>
            <a:ext cx="0" cy="7526338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685800" y="1097280"/>
            <a:ext cx="6327648" cy="3749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92"/>
              </a:lnSpc>
            </a:pPr>
            <a:r>
              <a:rPr lang="pt-BR" sz="2400" b="1">
                <a:solidFill>
                  <a:srgbClr val="1A1A24"/>
                </a:solidFill>
                <a:latin typeface="Overpass"/>
              </a:rPr>
              <a:t>{{S18_9}}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17904"/>
            <a:ext cx="6327648" cy="12067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286"/>
              </a:lnSpc>
              <a:spcAft>
                <a:spcPts val="500"/>
              </a:spcAft>
            </a:pPr>
            <a:r>
              <a:rPr lang="pt-BR" sz="960" b="0">
                <a:solidFill>
                  <a:srgbClr val="1A1A24"/>
                </a:solidFill>
                <a:latin typeface="Overpass"/>
              </a:rPr>
              <a:t>{{S18_10}}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98977"/>
            <a:ext cx="632764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lang="pt-BR" sz="1200" b="1">
                <a:solidFill>
                  <a:srgbClr val="1A1A24"/>
                </a:solidFill>
                <a:latin typeface="Overpass"/>
              </a:rPr>
              <a:t>{{S18_11}}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27577"/>
            <a:ext cx="6327648" cy="154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00"/>
              </a:lnSpc>
            </a:pPr>
            <a:r>
              <a:rPr lang="pt-BR" sz="800" b="0">
                <a:solidFill>
                  <a:srgbClr val="1A1A24"/>
                </a:solidFill>
                <a:latin typeface="Overpass"/>
              </a:rPr>
              <a:t>{{S18_12}}</a:t>
            </a:r>
          </a:p>
        </p:txBody>
      </p:sp>
      <p:sp>
        <p:nvSpPr>
          <p:cNvPr id="6120" name="Rectangle 14"/>
          <p:cNvSpPr/>
          <p:nvPr/>
        </p:nvSpPr>
        <p:spPr>
          <a:xfrm>
            <a:off x="6456614" y="3748785"/>
            <a:ext cx="379658" cy="1554479"/>
          </a:xfrm>
          <a:prstGeom prst="rect">
            <a:avLst/>
          </a:prstGeom>
          <a:solidFill>
            <a:srgbClr val="FFF3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85800" y="3456177"/>
          <a:ext cx="632764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85800" y="5879337"/>
            <a:ext cx="632764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lang="pt-BR" sz="1200" b="1">
                <a:solidFill>
                  <a:srgbClr val="1A1A24"/>
                </a:solidFill>
                <a:latin typeface="Overpass"/>
              </a:rPr>
              <a:t>{{S18_20}}</a:t>
            </a:r>
          </a:p>
        </p:txBody>
      </p:sp>
      <p:sp>
        <p:nvSpPr>
          <p:cNvPr id="6122" name="Rectangle 14"/>
          <p:cNvSpPr/>
          <p:nvPr/>
        </p:nvSpPr>
        <p:spPr>
          <a:xfrm>
            <a:off x="6456614" y="6854697"/>
            <a:ext cx="379658" cy="1554479"/>
          </a:xfrm>
          <a:prstGeom prst="rect">
            <a:avLst/>
          </a:prstGeom>
          <a:solidFill>
            <a:srgbClr val="FFF3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685800" y="6562089"/>
          <a:ext cx="632764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733" name="TextBox 11"/>
          <p:cNvSpPr txBox="1"/>
          <p:nvPr/>
        </p:nvSpPr>
        <p:spPr>
          <a:xfrm>
            <a:off x="685800" y="6107937"/>
            <a:ext cx="6327648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00"/>
              </a:lnSpc>
            </a:pPr>
            <a:r>
              <a:rPr lang="pt-BR" sz="800" b="0">
                <a:solidFill>
                  <a:srgbClr val="1A1A24"/>
                </a:solidFill>
                <a:latin typeface="Overpass"/>
              </a:rPr>
              <a:t>{{S18_5733}}</a:t>
            </a:r>
          </a:p>
        </p:txBody>
      </p:sp>
      <p:sp>
        <p:nvSpPr>
          <p:cNvPr id="6121" name="TextBox 16"/>
          <p:cNvSpPr txBox="1"/>
          <p:nvPr/>
        </p:nvSpPr>
        <p:spPr>
          <a:xfrm>
            <a:off x="6090854" y="3565905"/>
            <a:ext cx="1111178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813"/>
              </a:lnSpc>
            </a:pPr>
            <a:r>
              <a:rPr lang="pt-BR" sz="650" b="1" spc="100">
                <a:solidFill>
                  <a:srgbClr val="B08A00"/>
                </a:solidFill>
                <a:latin typeface="Overpass"/>
              </a:rPr>
              <a:t>{{S18_6121}}</a:t>
            </a:r>
          </a:p>
        </p:txBody>
      </p:sp>
      <p:sp>
        <p:nvSpPr>
          <p:cNvPr id="6123" name="TextBox 16"/>
          <p:cNvSpPr txBox="1"/>
          <p:nvPr/>
        </p:nvSpPr>
        <p:spPr>
          <a:xfrm>
            <a:off x="6090854" y="6671817"/>
            <a:ext cx="1111178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813"/>
              </a:lnSpc>
            </a:pPr>
            <a:r>
              <a:rPr lang="pt-BR" sz="650" b="1" spc="100">
                <a:solidFill>
                  <a:srgbClr val="B08A00"/>
                </a:solidFill>
                <a:latin typeface="Overpass"/>
              </a:rPr>
              <a:t>{{S18_6123}}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da seçã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03120"/>
            <a:ext cx="3566160" cy="8586216"/>
          </a:xfrm>
          <a:prstGeom prst="rect">
            <a:avLst/>
          </a:prstGeom>
        </p:spPr>
      </p:pic>
      <p:pic>
        <p:nvPicPr>
          <p:cNvPr id="3" name="Logo EY" descr="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014" y="246888"/>
            <a:ext cx="482433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 rot="16200000">
            <a:off x="-706069" y="1757629"/>
            <a:ext cx="2966618" cy="5486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lang="pt-BR" sz="2400" b="0">
                <a:solidFill>
                  <a:srgbClr val="FFFFFF"/>
                </a:solidFill>
                <a:latin typeface="Overpass"/>
              </a:rPr>
              <a:t>{{S19_4}}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3743858"/>
            <a:ext cx="0" cy="5903062"/>
          </a:xfrm>
          <a:prstGeom prst="line">
            <a:avLst/>
          </a:prstGeom>
          <a:ln w="6350">
            <a:solidFill>
              <a:srgbClr val="8A8A99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2788920" y="7269480"/>
            <a:ext cx="5120640" cy="411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000"/>
              </a:lnSpc>
            </a:pPr>
            <a:r>
              <a:rPr lang="pt-BR" sz="30000" b="1">
                <a:solidFill>
                  <a:srgbClr val="FFE600"/>
                </a:solidFill>
                <a:latin typeface="Overpass"/>
              </a:rPr>
              <a:t>{{S19_6}}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2331720"/>
            <a:ext cx="2944368" cy="4071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95"/>
              </a:lnSpc>
            </a:pPr>
            <a:r>
              <a:rPr lang="pt-BR" sz="1150" b="1">
                <a:solidFill>
                  <a:srgbClr val="FFFFFF"/>
                </a:solidFill>
                <a:latin typeface="Overpass"/>
              </a:rPr>
              <a:t>{{S19_7}}</a:t>
            </a:r>
          </a:p>
        </p:txBody>
      </p:sp>
      <p:pic>
        <p:nvPicPr>
          <p:cNvPr id="8" name="Ícone lista" descr="list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9710928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9756648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25"/>
              </a:lnSpc>
            </a:pPr>
            <a:r>
              <a:rPr lang="pt-BR" sz="900" b="1">
                <a:solidFill>
                  <a:srgbClr val="FFFFFF"/>
                </a:solidFill>
                <a:latin typeface="Overpass"/>
              </a:rPr>
              <a:t>{{S19_9}}</a:t>
            </a:r>
          </a:p>
        </p:txBody>
      </p:sp>
      <p:sp>
        <p:nvSpPr>
          <p:cNvPr id="5777" name="TextBox 9"/>
          <p:cNvSpPr txBox="1"/>
          <p:nvPr/>
        </p:nvSpPr>
        <p:spPr>
          <a:xfrm>
            <a:off x="4069080" y="294436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62"/>
              </a:lnSpc>
            </a:pPr>
            <a:r>
              <a:rPr lang="pt-BR" sz="850" b="1">
                <a:solidFill>
                  <a:srgbClr val="FFE600"/>
                </a:solidFill>
                <a:latin typeface="Overpass"/>
              </a:rPr>
              <a:t>{{S19_5777}}</a:t>
            </a:r>
          </a:p>
        </p:txBody>
      </p:sp>
      <p:sp>
        <p:nvSpPr>
          <p:cNvPr id="5778" name="TextBox 10"/>
          <p:cNvSpPr txBox="1"/>
          <p:nvPr/>
        </p:nvSpPr>
        <p:spPr>
          <a:xfrm>
            <a:off x="4434840" y="2944368"/>
            <a:ext cx="257860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62"/>
              </a:lnSpc>
            </a:pPr>
            <a:r>
              <a:rPr lang="pt-BR" sz="850" b="0">
                <a:solidFill>
                  <a:srgbClr val="FFFFFF"/>
                </a:solidFill>
                <a:latin typeface="Overpass"/>
              </a:rPr>
              <a:t>{{S19_5778}}</a:t>
            </a:r>
          </a:p>
        </p:txBody>
      </p:sp>
      <p:sp>
        <p:nvSpPr>
          <p:cNvPr id="5779" name="TextBox 9"/>
          <p:cNvSpPr txBox="1"/>
          <p:nvPr/>
        </p:nvSpPr>
        <p:spPr>
          <a:xfrm>
            <a:off x="4069080" y="3191256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62"/>
              </a:lnSpc>
            </a:pPr>
            <a:r>
              <a:rPr lang="pt-BR" sz="850" b="1">
                <a:solidFill>
                  <a:srgbClr val="FFE600"/>
                </a:solidFill>
                <a:latin typeface="Overpass"/>
              </a:rPr>
              <a:t>{{S19_5779}}</a:t>
            </a:r>
          </a:p>
        </p:txBody>
      </p:sp>
      <p:sp>
        <p:nvSpPr>
          <p:cNvPr id="5780" name="TextBox 10"/>
          <p:cNvSpPr txBox="1"/>
          <p:nvPr/>
        </p:nvSpPr>
        <p:spPr>
          <a:xfrm>
            <a:off x="4434840" y="3191256"/>
            <a:ext cx="2578608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62"/>
              </a:lnSpc>
            </a:pPr>
            <a:r>
              <a:rPr lang="pt-BR" sz="850" b="0">
                <a:solidFill>
                  <a:srgbClr val="FFFFFF"/>
                </a:solidFill>
                <a:latin typeface="Overpass"/>
              </a:rPr>
              <a:t>{{S19_5780}}</a:t>
            </a:r>
          </a:p>
        </p:txBody>
      </p:sp>
      <p:sp>
        <p:nvSpPr>
          <p:cNvPr id="5781" name="TextBox 9"/>
          <p:cNvSpPr txBox="1"/>
          <p:nvPr/>
        </p:nvSpPr>
        <p:spPr>
          <a:xfrm>
            <a:off x="4069080" y="3575304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62"/>
              </a:lnSpc>
            </a:pPr>
            <a:r>
              <a:rPr lang="pt-BR" sz="850" b="1">
                <a:solidFill>
                  <a:srgbClr val="FFE600"/>
                </a:solidFill>
                <a:latin typeface="Overpass"/>
              </a:rPr>
              <a:t>{{S19_5781}}</a:t>
            </a:r>
          </a:p>
        </p:txBody>
      </p:sp>
      <p:sp>
        <p:nvSpPr>
          <p:cNvPr id="5782" name="TextBox 10"/>
          <p:cNvSpPr txBox="1"/>
          <p:nvPr/>
        </p:nvSpPr>
        <p:spPr>
          <a:xfrm>
            <a:off x="4434840" y="3575304"/>
            <a:ext cx="2578608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62"/>
              </a:lnSpc>
            </a:pPr>
            <a:r>
              <a:rPr lang="pt-BR" sz="850" b="0">
                <a:solidFill>
                  <a:srgbClr val="FFFFFF"/>
                </a:solidFill>
                <a:latin typeface="Overpass"/>
              </a:rPr>
              <a:t>{{S19_5782}}</a:t>
            </a:r>
          </a:p>
        </p:txBody>
      </p:sp>
      <p:sp>
        <p:nvSpPr>
          <p:cNvPr id="5783" name="TextBox 9"/>
          <p:cNvSpPr txBox="1"/>
          <p:nvPr/>
        </p:nvSpPr>
        <p:spPr>
          <a:xfrm>
            <a:off x="4069080" y="39593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62"/>
              </a:lnSpc>
            </a:pPr>
            <a:r>
              <a:rPr lang="pt-BR" sz="850" b="1">
                <a:solidFill>
                  <a:srgbClr val="FFE600"/>
                </a:solidFill>
                <a:latin typeface="Overpass"/>
              </a:rPr>
              <a:t>{{S19_5783}}</a:t>
            </a:r>
          </a:p>
        </p:txBody>
      </p:sp>
      <p:sp>
        <p:nvSpPr>
          <p:cNvPr id="5784" name="TextBox 10"/>
          <p:cNvSpPr txBox="1"/>
          <p:nvPr/>
        </p:nvSpPr>
        <p:spPr>
          <a:xfrm>
            <a:off x="4434840" y="3959352"/>
            <a:ext cx="2578608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62"/>
              </a:lnSpc>
            </a:pPr>
            <a:r>
              <a:rPr lang="pt-BR" sz="850" b="0">
                <a:solidFill>
                  <a:srgbClr val="FFFFFF"/>
                </a:solidFill>
                <a:latin typeface="Overpass"/>
              </a:rPr>
              <a:t>{{S19_5784}}</a:t>
            </a:r>
          </a:p>
        </p:txBody>
      </p:sp>
      <p:sp>
        <p:nvSpPr>
          <p:cNvPr id="5785" name="TextBox 9"/>
          <p:cNvSpPr txBox="1"/>
          <p:nvPr/>
        </p:nvSpPr>
        <p:spPr>
          <a:xfrm>
            <a:off x="4069080" y="434340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62"/>
              </a:lnSpc>
            </a:pPr>
            <a:r>
              <a:rPr lang="pt-BR" sz="850" b="1">
                <a:solidFill>
                  <a:srgbClr val="FFE600"/>
                </a:solidFill>
                <a:latin typeface="Overpass"/>
              </a:rPr>
              <a:t>{{S19_5785}}</a:t>
            </a:r>
          </a:p>
        </p:txBody>
      </p:sp>
      <p:sp>
        <p:nvSpPr>
          <p:cNvPr id="5786" name="TextBox 10"/>
          <p:cNvSpPr txBox="1"/>
          <p:nvPr/>
        </p:nvSpPr>
        <p:spPr>
          <a:xfrm>
            <a:off x="4434840" y="4343400"/>
            <a:ext cx="2578608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62"/>
              </a:lnSpc>
            </a:pPr>
            <a:r>
              <a:rPr lang="pt-BR" sz="850" b="0">
                <a:solidFill>
                  <a:srgbClr val="FFFFFF"/>
                </a:solidFill>
                <a:latin typeface="Overpass"/>
              </a:rPr>
              <a:t>{{S19_5786}}</a:t>
            </a:r>
          </a:p>
        </p:txBody>
      </p:sp>
      <p:sp>
        <p:nvSpPr>
          <p:cNvPr id="5787" name="TextBox 9"/>
          <p:cNvSpPr txBox="1"/>
          <p:nvPr/>
        </p:nvSpPr>
        <p:spPr>
          <a:xfrm>
            <a:off x="4069080" y="472744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62"/>
              </a:lnSpc>
            </a:pPr>
            <a:r>
              <a:rPr lang="pt-BR" sz="850" b="1">
                <a:solidFill>
                  <a:srgbClr val="FFE600"/>
                </a:solidFill>
                <a:latin typeface="Overpass"/>
              </a:rPr>
              <a:t>{{S19_5787}}</a:t>
            </a:r>
          </a:p>
        </p:txBody>
      </p:sp>
      <p:sp>
        <p:nvSpPr>
          <p:cNvPr id="5788" name="TextBox 10"/>
          <p:cNvSpPr txBox="1"/>
          <p:nvPr/>
        </p:nvSpPr>
        <p:spPr>
          <a:xfrm>
            <a:off x="4434840" y="4727448"/>
            <a:ext cx="2578608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62"/>
              </a:lnSpc>
            </a:pPr>
            <a:r>
              <a:rPr lang="pt-BR" sz="850" b="0">
                <a:solidFill>
                  <a:srgbClr val="FFFFFF"/>
                </a:solidFill>
                <a:latin typeface="Overpass"/>
              </a:rPr>
              <a:t>{{S19_5788}}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384048"/>
            <a:ext cx="786333" cy="23774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FFC000"/>
                </a:solidFill>
                <a:latin typeface="Overpass"/>
              </a:rPr>
              <a:t>{{S20_2}}</a:t>
            </a:r>
          </a:p>
        </p:txBody>
      </p:sp>
      <p:pic>
        <p:nvPicPr>
          <p:cNvPr id="3" name="Logo EY" descr="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014" y="246888"/>
            <a:ext cx="482433" cy="56692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685800" y="10058400"/>
            <a:ext cx="6327648" cy="0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685800" y="10131552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11"/>
              </a:lnSpc>
            </a:pPr>
            <a:r>
              <a:rPr lang="pt-BR" sz="650" b="0">
                <a:solidFill>
                  <a:srgbClr val="1A1A24"/>
                </a:solidFill>
                <a:latin typeface="Overpass"/>
              </a:rPr>
              <a:t>{{S20_5}}</a:t>
            </a:r>
          </a:p>
        </p:txBody>
      </p:sp>
      <p:sp>
        <p:nvSpPr>
          <p:cNvPr id="6" name="Rectangle 5"/>
          <p:cNvSpPr/>
          <p:nvPr/>
        </p:nvSpPr>
        <p:spPr>
          <a:xfrm>
            <a:off x="6775704" y="10113264"/>
            <a:ext cx="237744" cy="21945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{{S20_6}}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-516223" y="1814671"/>
            <a:ext cx="1763966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75"/>
              </a:lnSpc>
            </a:pPr>
            <a:r>
              <a:rPr lang="pt-BR" sz="700" b="1" spc="120">
                <a:solidFill>
                  <a:srgbClr val="1A1A24"/>
                </a:solidFill>
                <a:latin typeface="Overpass"/>
              </a:rPr>
              <a:t>{{S20_7}}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2925254"/>
            <a:ext cx="0" cy="6858826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893" name="TextBox 12"/>
          <p:cNvSpPr txBox="1"/>
          <p:nvPr/>
        </p:nvSpPr>
        <p:spPr>
          <a:xfrm>
            <a:off x="685800" y="1024128"/>
            <a:ext cx="6327648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92"/>
              </a:lnSpc>
            </a:pPr>
            <a:r>
              <a:rPr lang="pt-BR" sz="2400" b="1">
                <a:solidFill>
                  <a:srgbClr val="1A1A24"/>
                </a:solidFill>
                <a:latin typeface="Overpass"/>
              </a:rPr>
              <a:t>{{S20_5893}}</a:t>
            </a:r>
          </a:p>
        </p:txBody>
      </p:sp>
      <p:sp>
        <p:nvSpPr>
          <p:cNvPr id="5894" name="TextBox 16"/>
          <p:cNvSpPr txBox="1"/>
          <p:nvPr/>
        </p:nvSpPr>
        <p:spPr>
          <a:xfrm>
            <a:off x="685800" y="1847088"/>
            <a:ext cx="632764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323"/>
              </a:lnSpc>
            </a:pPr>
            <a:r>
              <a:rPr lang="pt-BR" sz="1050" b="0">
                <a:solidFill>
                  <a:srgbClr val="1A1A24"/>
                </a:solidFill>
                <a:latin typeface="Overpass"/>
              </a:rPr>
              <a:t>{{S20_5894}}</a:t>
            </a:r>
          </a:p>
        </p:txBody>
      </p:sp>
      <p:sp>
        <p:nvSpPr>
          <p:cNvPr id="5895" name="TextBox 12"/>
          <p:cNvSpPr txBox="1"/>
          <p:nvPr/>
        </p:nvSpPr>
        <p:spPr>
          <a:xfrm>
            <a:off x="685800" y="2176272"/>
            <a:ext cx="1926335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72"/>
              </a:lnSpc>
            </a:pPr>
            <a:r>
              <a:rPr lang="pt-BR" sz="3400" b="1">
                <a:solidFill>
                  <a:srgbClr val="1A1A24"/>
                </a:solidFill>
                <a:latin typeface="Overpass"/>
              </a:rPr>
              <a:t>{{S20_5895}}</a:t>
            </a:r>
          </a:p>
        </p:txBody>
      </p:sp>
      <p:sp>
        <p:nvSpPr>
          <p:cNvPr id="5896" name="TextBox 16"/>
          <p:cNvSpPr txBox="1"/>
          <p:nvPr/>
        </p:nvSpPr>
        <p:spPr>
          <a:xfrm>
            <a:off x="685800" y="2761488"/>
            <a:ext cx="1926335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lang="pt-BR" sz="1000" b="1">
                <a:solidFill>
                  <a:srgbClr val="1A1A24"/>
                </a:solidFill>
                <a:latin typeface="Overpass"/>
              </a:rPr>
              <a:t>{{S20_5896}}</a:t>
            </a:r>
          </a:p>
        </p:txBody>
      </p:sp>
      <p:sp>
        <p:nvSpPr>
          <p:cNvPr id="5897" name="TextBox 17"/>
          <p:cNvSpPr txBox="1"/>
          <p:nvPr/>
        </p:nvSpPr>
        <p:spPr>
          <a:xfrm>
            <a:off x="685800" y="2962656"/>
            <a:ext cx="1926335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00"/>
              </a:lnSpc>
            </a:pPr>
            <a:r>
              <a:rPr lang="pt-BR" sz="800" b="0">
                <a:solidFill>
                  <a:srgbClr val="1A1A24"/>
                </a:solidFill>
                <a:latin typeface="Overpass"/>
              </a:rPr>
              <a:t>{{S20_5897}}</a:t>
            </a:r>
          </a:p>
        </p:txBody>
      </p:sp>
      <p:cxnSp>
        <p:nvCxnSpPr>
          <p:cNvPr id="5898" name="Connector 29"/>
          <p:cNvCxnSpPr/>
          <p:nvPr/>
        </p:nvCxnSpPr>
        <p:spPr>
          <a:xfrm>
            <a:off x="2795016" y="2231136"/>
            <a:ext cx="0" cy="896112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899" name="TextBox 12"/>
          <p:cNvSpPr txBox="1"/>
          <p:nvPr/>
        </p:nvSpPr>
        <p:spPr>
          <a:xfrm>
            <a:off x="2959608" y="2176272"/>
            <a:ext cx="1926335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72"/>
              </a:lnSpc>
            </a:pPr>
            <a:r>
              <a:rPr lang="pt-BR" sz="3400" b="1">
                <a:solidFill>
                  <a:srgbClr val="1A1A24"/>
                </a:solidFill>
                <a:latin typeface="Overpass"/>
              </a:rPr>
              <a:t>{{S20_5899}}</a:t>
            </a:r>
          </a:p>
        </p:txBody>
      </p:sp>
      <p:sp>
        <p:nvSpPr>
          <p:cNvPr id="5900" name="TextBox 16"/>
          <p:cNvSpPr txBox="1"/>
          <p:nvPr/>
        </p:nvSpPr>
        <p:spPr>
          <a:xfrm>
            <a:off x="2959608" y="2761488"/>
            <a:ext cx="1926335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lang="pt-BR" sz="1000" b="1">
                <a:solidFill>
                  <a:srgbClr val="1A1A24"/>
                </a:solidFill>
                <a:latin typeface="Overpass"/>
              </a:rPr>
              <a:t>{{S20_5900}}</a:t>
            </a:r>
          </a:p>
        </p:txBody>
      </p:sp>
      <p:sp>
        <p:nvSpPr>
          <p:cNvPr id="5901" name="TextBox 17"/>
          <p:cNvSpPr txBox="1"/>
          <p:nvPr/>
        </p:nvSpPr>
        <p:spPr>
          <a:xfrm>
            <a:off x="2959608" y="2962656"/>
            <a:ext cx="1926335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00"/>
              </a:lnSpc>
            </a:pPr>
            <a:r>
              <a:rPr lang="pt-BR" sz="800" b="0">
                <a:solidFill>
                  <a:srgbClr val="1A1A24"/>
                </a:solidFill>
                <a:latin typeface="Overpass"/>
              </a:rPr>
              <a:t>{{S20_5901}}</a:t>
            </a:r>
          </a:p>
        </p:txBody>
      </p:sp>
      <p:cxnSp>
        <p:nvCxnSpPr>
          <p:cNvPr id="5902" name="Connector 29"/>
          <p:cNvCxnSpPr/>
          <p:nvPr/>
        </p:nvCxnSpPr>
        <p:spPr>
          <a:xfrm>
            <a:off x="4904232" y="2231136"/>
            <a:ext cx="0" cy="896112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903" name="TextBox 12"/>
          <p:cNvSpPr txBox="1"/>
          <p:nvPr/>
        </p:nvSpPr>
        <p:spPr>
          <a:xfrm>
            <a:off x="5068824" y="2176272"/>
            <a:ext cx="1926335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672"/>
              </a:lnSpc>
            </a:pPr>
            <a:r>
              <a:rPr lang="pt-BR" sz="3400" b="1">
                <a:solidFill>
                  <a:srgbClr val="1A1A24"/>
                </a:solidFill>
                <a:latin typeface="Overpass"/>
              </a:rPr>
              <a:t>{{S20_5903}}</a:t>
            </a:r>
          </a:p>
        </p:txBody>
      </p:sp>
      <p:sp>
        <p:nvSpPr>
          <p:cNvPr id="5904" name="TextBox 16"/>
          <p:cNvSpPr txBox="1"/>
          <p:nvPr/>
        </p:nvSpPr>
        <p:spPr>
          <a:xfrm>
            <a:off x="5068824" y="2761488"/>
            <a:ext cx="1926335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lang="pt-BR" sz="1000" b="1">
                <a:solidFill>
                  <a:srgbClr val="1A1A24"/>
                </a:solidFill>
                <a:latin typeface="Overpass"/>
              </a:rPr>
              <a:t>{{S20_5904}}</a:t>
            </a:r>
          </a:p>
        </p:txBody>
      </p:sp>
      <p:sp>
        <p:nvSpPr>
          <p:cNvPr id="5905" name="TextBox 17"/>
          <p:cNvSpPr txBox="1"/>
          <p:nvPr/>
        </p:nvSpPr>
        <p:spPr>
          <a:xfrm>
            <a:off x="5068824" y="2962656"/>
            <a:ext cx="1926335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00"/>
              </a:lnSpc>
            </a:pPr>
            <a:r>
              <a:rPr lang="pt-BR" sz="800" b="0">
                <a:solidFill>
                  <a:srgbClr val="1A1A24"/>
                </a:solidFill>
                <a:latin typeface="Overpass"/>
              </a:rPr>
              <a:t>{{S20_5905}}</a:t>
            </a:r>
          </a:p>
        </p:txBody>
      </p:sp>
      <p:sp>
        <p:nvSpPr>
          <p:cNvPr id="5906" name="Rectangle 14"/>
          <p:cNvSpPr/>
          <p:nvPr/>
        </p:nvSpPr>
        <p:spPr>
          <a:xfrm>
            <a:off x="685800" y="3273552"/>
            <a:ext cx="6327648" cy="603504"/>
          </a:xfrm>
          <a:prstGeom prst="rect">
            <a:avLst/>
          </a:prstGeom>
          <a:solidFill>
            <a:srgbClr val="FFF3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07" name="Rectangle 15"/>
          <p:cNvSpPr/>
          <p:nvPr/>
        </p:nvSpPr>
        <p:spPr>
          <a:xfrm>
            <a:off x="685800" y="3273552"/>
            <a:ext cx="54864" cy="603504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08" name="TextBox 16"/>
          <p:cNvSpPr txBox="1"/>
          <p:nvPr/>
        </p:nvSpPr>
        <p:spPr>
          <a:xfrm>
            <a:off x="868680" y="3392424"/>
            <a:ext cx="128016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38"/>
              </a:lnSpc>
            </a:pPr>
            <a:r>
              <a:rPr lang="pt-BR" sz="750" b="1" spc="100">
                <a:solidFill>
                  <a:srgbClr val="1A1A24"/>
                </a:solidFill>
                <a:latin typeface="Overpass"/>
              </a:rPr>
              <a:t>{{S20_5908}}</a:t>
            </a:r>
          </a:p>
        </p:txBody>
      </p:sp>
      <p:cxnSp>
        <p:nvCxnSpPr>
          <p:cNvPr id="5909" name="Connector 29"/>
          <p:cNvCxnSpPr/>
          <p:nvPr/>
        </p:nvCxnSpPr>
        <p:spPr>
          <a:xfrm>
            <a:off x="2176272" y="3383280"/>
            <a:ext cx="0" cy="384048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910" name="TextBox 16"/>
          <p:cNvSpPr txBox="1"/>
          <p:nvPr/>
        </p:nvSpPr>
        <p:spPr>
          <a:xfrm>
            <a:off x="2304288" y="3364992"/>
            <a:ext cx="457200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71"/>
              </a:lnSpc>
            </a:pPr>
            <a:r>
              <a:rPr lang="pt-BR" sz="850" b="0">
                <a:solidFill>
                  <a:srgbClr val="1A1A24"/>
                </a:solidFill>
                <a:latin typeface="Overpass"/>
              </a:rPr>
              <a:t>{{S20_5910}}</a:t>
            </a:r>
          </a:p>
        </p:txBody>
      </p:sp>
      <p:sp>
        <p:nvSpPr>
          <p:cNvPr id="5911" name="TextBox 12"/>
          <p:cNvSpPr txBox="1"/>
          <p:nvPr/>
        </p:nvSpPr>
        <p:spPr>
          <a:xfrm>
            <a:off x="685800" y="4078224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lang="pt-BR" sz="1250" b="1">
                <a:solidFill>
                  <a:srgbClr val="1A1A24"/>
                </a:solidFill>
                <a:latin typeface="Overpass"/>
              </a:rPr>
              <a:t>{{S20_5911}}</a:t>
            </a:r>
          </a:p>
        </p:txBody>
      </p:sp>
      <p:sp>
        <p:nvSpPr>
          <p:cNvPr id="5912" name="TextBox 16"/>
          <p:cNvSpPr txBox="1"/>
          <p:nvPr/>
        </p:nvSpPr>
        <p:spPr>
          <a:xfrm>
            <a:off x="685800" y="4334256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71"/>
              </a:lnSpc>
            </a:pPr>
            <a:r>
              <a:rPr lang="pt-BR" sz="850" b="0">
                <a:solidFill>
                  <a:srgbClr val="1A1A24"/>
                </a:solidFill>
                <a:latin typeface="Overpass"/>
              </a:rPr>
              <a:t>{{S20_5912}}</a:t>
            </a:r>
          </a:p>
        </p:txBody>
      </p:sp>
      <p:sp>
        <p:nvSpPr>
          <p:cNvPr id="5913" name="TextBox 16"/>
          <p:cNvSpPr txBox="1"/>
          <p:nvPr/>
        </p:nvSpPr>
        <p:spPr>
          <a:xfrm>
            <a:off x="685800" y="4645152"/>
            <a:ext cx="164592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008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{{S20_5913}}</a:t>
            </a:r>
          </a:p>
        </p:txBody>
      </p:sp>
      <p:sp>
        <p:nvSpPr>
          <p:cNvPr id="5914" name="TextBox 17"/>
          <p:cNvSpPr txBox="1"/>
          <p:nvPr/>
        </p:nvSpPr>
        <p:spPr>
          <a:xfrm>
            <a:off x="685800" y="4800600"/>
            <a:ext cx="164592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812"/>
              </a:lnSpc>
            </a:pPr>
            <a:r>
              <a:rPr lang="pt-BR" sz="650" b="0">
                <a:solidFill>
                  <a:srgbClr val="1A1A24"/>
                </a:solidFill>
                <a:latin typeface="Overpass"/>
              </a:rPr>
              <a:t>{{S20_5914}}</a:t>
            </a:r>
          </a:p>
        </p:txBody>
      </p:sp>
      <p:sp>
        <p:nvSpPr>
          <p:cNvPr id="5915" name="Rectangle 14"/>
          <p:cNvSpPr/>
          <p:nvPr/>
        </p:nvSpPr>
        <p:spPr>
          <a:xfrm>
            <a:off x="2423160" y="4681727"/>
            <a:ext cx="914400" cy="21945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16" name="TextBox 16"/>
          <p:cNvSpPr txBox="1"/>
          <p:nvPr/>
        </p:nvSpPr>
        <p:spPr>
          <a:xfrm>
            <a:off x="3401568" y="4709159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34"/>
              </a:lnSpc>
            </a:pPr>
            <a:r>
              <a:rPr lang="pt-BR" sz="900" b="1">
                <a:solidFill>
                  <a:srgbClr val="1A1A24"/>
                </a:solidFill>
                <a:latin typeface="Overpass"/>
              </a:rPr>
              <a:t>{{S20_5916}}</a:t>
            </a:r>
          </a:p>
        </p:txBody>
      </p:sp>
      <p:sp>
        <p:nvSpPr>
          <p:cNvPr id="5917" name="TextBox 16"/>
          <p:cNvSpPr txBox="1"/>
          <p:nvPr/>
        </p:nvSpPr>
        <p:spPr>
          <a:xfrm>
            <a:off x="685800" y="5029200"/>
            <a:ext cx="164592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008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{{S20_5917}}</a:t>
            </a:r>
          </a:p>
        </p:txBody>
      </p:sp>
      <p:sp>
        <p:nvSpPr>
          <p:cNvPr id="5918" name="TextBox 17"/>
          <p:cNvSpPr txBox="1"/>
          <p:nvPr/>
        </p:nvSpPr>
        <p:spPr>
          <a:xfrm>
            <a:off x="685800" y="5184648"/>
            <a:ext cx="164592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812"/>
              </a:lnSpc>
            </a:pPr>
            <a:r>
              <a:rPr lang="pt-BR" sz="650" b="0">
                <a:solidFill>
                  <a:srgbClr val="1A1A24"/>
                </a:solidFill>
                <a:latin typeface="Overpass"/>
              </a:rPr>
              <a:t>{{S20_5918}}</a:t>
            </a:r>
          </a:p>
        </p:txBody>
      </p:sp>
      <p:sp>
        <p:nvSpPr>
          <p:cNvPr id="5919" name="Rectangle 14"/>
          <p:cNvSpPr/>
          <p:nvPr/>
        </p:nvSpPr>
        <p:spPr>
          <a:xfrm>
            <a:off x="2423160" y="5065775"/>
            <a:ext cx="609600" cy="219456"/>
          </a:xfrm>
          <a:prstGeom prst="rect">
            <a:avLst/>
          </a:prstGeom>
          <a:solidFill>
            <a:srgbClr val="CFCF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20" name="TextBox 16"/>
          <p:cNvSpPr txBox="1"/>
          <p:nvPr/>
        </p:nvSpPr>
        <p:spPr>
          <a:xfrm>
            <a:off x="3096767" y="5093207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34"/>
              </a:lnSpc>
            </a:pPr>
            <a:r>
              <a:rPr lang="pt-BR" sz="900" b="1">
                <a:solidFill>
                  <a:srgbClr val="1A1A24"/>
                </a:solidFill>
                <a:latin typeface="Overpass"/>
              </a:rPr>
              <a:t>{{S20_5920}}</a:t>
            </a:r>
          </a:p>
        </p:txBody>
      </p:sp>
      <p:sp>
        <p:nvSpPr>
          <p:cNvPr id="5921" name="TextBox 16"/>
          <p:cNvSpPr txBox="1"/>
          <p:nvPr/>
        </p:nvSpPr>
        <p:spPr>
          <a:xfrm>
            <a:off x="685800" y="5413248"/>
            <a:ext cx="164592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008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{{S20_5921}}</a:t>
            </a:r>
          </a:p>
        </p:txBody>
      </p:sp>
      <p:sp>
        <p:nvSpPr>
          <p:cNvPr id="5922" name="TextBox 17"/>
          <p:cNvSpPr txBox="1"/>
          <p:nvPr/>
        </p:nvSpPr>
        <p:spPr>
          <a:xfrm>
            <a:off x="685800" y="5568696"/>
            <a:ext cx="164592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812"/>
              </a:lnSpc>
            </a:pPr>
            <a:r>
              <a:rPr lang="pt-BR" sz="650" b="0">
                <a:solidFill>
                  <a:srgbClr val="1A1A24"/>
                </a:solidFill>
                <a:latin typeface="Overpass"/>
              </a:rPr>
              <a:t>{{S20_5922}}</a:t>
            </a:r>
          </a:p>
        </p:txBody>
      </p:sp>
      <p:sp>
        <p:nvSpPr>
          <p:cNvPr id="5923" name="Rectangle 14"/>
          <p:cNvSpPr/>
          <p:nvPr/>
        </p:nvSpPr>
        <p:spPr>
          <a:xfrm>
            <a:off x="2423160" y="5449823"/>
            <a:ext cx="447040" cy="219456"/>
          </a:xfrm>
          <a:prstGeom prst="rect">
            <a:avLst/>
          </a:prstGeom>
          <a:solidFill>
            <a:srgbClr val="CFCF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24" name="TextBox 16"/>
          <p:cNvSpPr txBox="1"/>
          <p:nvPr/>
        </p:nvSpPr>
        <p:spPr>
          <a:xfrm>
            <a:off x="2934208" y="5477255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34"/>
              </a:lnSpc>
            </a:pPr>
            <a:r>
              <a:rPr lang="pt-BR" sz="900" b="1">
                <a:solidFill>
                  <a:srgbClr val="1A1A24"/>
                </a:solidFill>
                <a:latin typeface="Overpass"/>
              </a:rPr>
              <a:t>{{S20_5924}}</a:t>
            </a:r>
          </a:p>
        </p:txBody>
      </p:sp>
      <p:sp>
        <p:nvSpPr>
          <p:cNvPr id="5925" name="TextBox 16"/>
          <p:cNvSpPr txBox="1"/>
          <p:nvPr/>
        </p:nvSpPr>
        <p:spPr>
          <a:xfrm>
            <a:off x="685800" y="5797296"/>
            <a:ext cx="164592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008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{{S20_5925}}</a:t>
            </a:r>
          </a:p>
        </p:txBody>
      </p:sp>
      <p:sp>
        <p:nvSpPr>
          <p:cNvPr id="5926" name="TextBox 17"/>
          <p:cNvSpPr txBox="1"/>
          <p:nvPr/>
        </p:nvSpPr>
        <p:spPr>
          <a:xfrm>
            <a:off x="685800" y="5952744"/>
            <a:ext cx="164592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812"/>
              </a:lnSpc>
            </a:pPr>
            <a:r>
              <a:rPr lang="pt-BR" sz="650" b="0">
                <a:solidFill>
                  <a:srgbClr val="1A1A24"/>
                </a:solidFill>
                <a:latin typeface="Overpass"/>
              </a:rPr>
              <a:t>{{S20_5926}}</a:t>
            </a:r>
          </a:p>
        </p:txBody>
      </p:sp>
      <p:sp>
        <p:nvSpPr>
          <p:cNvPr id="5927" name="Rectangle 14"/>
          <p:cNvSpPr/>
          <p:nvPr/>
        </p:nvSpPr>
        <p:spPr>
          <a:xfrm>
            <a:off x="2423160" y="5833871"/>
            <a:ext cx="365760" cy="219456"/>
          </a:xfrm>
          <a:prstGeom prst="rect">
            <a:avLst/>
          </a:prstGeom>
          <a:solidFill>
            <a:srgbClr val="CFCF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28" name="TextBox 16"/>
          <p:cNvSpPr txBox="1"/>
          <p:nvPr/>
        </p:nvSpPr>
        <p:spPr>
          <a:xfrm>
            <a:off x="2852927" y="5861303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34"/>
              </a:lnSpc>
            </a:pPr>
            <a:r>
              <a:rPr lang="pt-BR" sz="900" b="1">
                <a:solidFill>
                  <a:srgbClr val="1A1A24"/>
                </a:solidFill>
                <a:latin typeface="Overpass"/>
              </a:rPr>
              <a:t>{{S20_5928}}</a:t>
            </a:r>
          </a:p>
        </p:txBody>
      </p:sp>
      <p:sp>
        <p:nvSpPr>
          <p:cNvPr id="5929" name="TextBox 16"/>
          <p:cNvSpPr txBox="1"/>
          <p:nvPr/>
        </p:nvSpPr>
        <p:spPr>
          <a:xfrm>
            <a:off x="685800" y="6181344"/>
            <a:ext cx="164592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008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{{S20_5929}}</a:t>
            </a:r>
          </a:p>
        </p:txBody>
      </p:sp>
      <p:sp>
        <p:nvSpPr>
          <p:cNvPr id="5930" name="TextBox 17"/>
          <p:cNvSpPr txBox="1"/>
          <p:nvPr/>
        </p:nvSpPr>
        <p:spPr>
          <a:xfrm>
            <a:off x="685800" y="6336792"/>
            <a:ext cx="164592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812"/>
              </a:lnSpc>
            </a:pPr>
            <a:r>
              <a:rPr lang="pt-BR" sz="650" b="0">
                <a:solidFill>
                  <a:srgbClr val="1A1A24"/>
                </a:solidFill>
                <a:latin typeface="Overpass"/>
              </a:rPr>
              <a:t>{{S20_5930}}</a:t>
            </a:r>
          </a:p>
        </p:txBody>
      </p:sp>
      <p:sp>
        <p:nvSpPr>
          <p:cNvPr id="5931" name="Rectangle 14"/>
          <p:cNvSpPr/>
          <p:nvPr/>
        </p:nvSpPr>
        <p:spPr>
          <a:xfrm>
            <a:off x="2423160" y="6217919"/>
            <a:ext cx="345440" cy="219456"/>
          </a:xfrm>
          <a:prstGeom prst="rect">
            <a:avLst/>
          </a:prstGeom>
          <a:solidFill>
            <a:srgbClr val="CFCF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32" name="TextBox 16"/>
          <p:cNvSpPr txBox="1"/>
          <p:nvPr/>
        </p:nvSpPr>
        <p:spPr>
          <a:xfrm>
            <a:off x="2832607" y="6245351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34"/>
              </a:lnSpc>
            </a:pPr>
            <a:r>
              <a:rPr lang="pt-BR" sz="900" b="1">
                <a:solidFill>
                  <a:srgbClr val="1A1A24"/>
                </a:solidFill>
                <a:latin typeface="Overpass"/>
              </a:rPr>
              <a:t>{{S20_5932}}</a:t>
            </a:r>
          </a:p>
        </p:txBody>
      </p:sp>
      <p:sp>
        <p:nvSpPr>
          <p:cNvPr id="5933" name="TextBox 16"/>
          <p:cNvSpPr txBox="1"/>
          <p:nvPr/>
        </p:nvSpPr>
        <p:spPr>
          <a:xfrm>
            <a:off x="685800" y="6565392"/>
            <a:ext cx="164592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008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{{S20_5933}}</a:t>
            </a:r>
          </a:p>
        </p:txBody>
      </p:sp>
      <p:sp>
        <p:nvSpPr>
          <p:cNvPr id="5934" name="TextBox 17"/>
          <p:cNvSpPr txBox="1"/>
          <p:nvPr/>
        </p:nvSpPr>
        <p:spPr>
          <a:xfrm>
            <a:off x="685800" y="6720840"/>
            <a:ext cx="1645920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812"/>
              </a:lnSpc>
            </a:pPr>
            <a:r>
              <a:rPr lang="pt-BR" sz="650" b="0">
                <a:solidFill>
                  <a:srgbClr val="1A1A24"/>
                </a:solidFill>
                <a:latin typeface="Overpass"/>
              </a:rPr>
              <a:t>{{S20_5934}}</a:t>
            </a:r>
          </a:p>
        </p:txBody>
      </p:sp>
      <p:sp>
        <p:nvSpPr>
          <p:cNvPr id="5935" name="Rectangle 14"/>
          <p:cNvSpPr/>
          <p:nvPr/>
        </p:nvSpPr>
        <p:spPr>
          <a:xfrm>
            <a:off x="2423160" y="6601967"/>
            <a:ext cx="304800" cy="219456"/>
          </a:xfrm>
          <a:prstGeom prst="rect">
            <a:avLst/>
          </a:prstGeom>
          <a:solidFill>
            <a:srgbClr val="CFCF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36" name="TextBox 16"/>
          <p:cNvSpPr txBox="1"/>
          <p:nvPr/>
        </p:nvSpPr>
        <p:spPr>
          <a:xfrm>
            <a:off x="2791968" y="6629399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34"/>
              </a:lnSpc>
            </a:pPr>
            <a:r>
              <a:rPr lang="pt-BR" sz="900" b="1">
                <a:solidFill>
                  <a:srgbClr val="1A1A24"/>
                </a:solidFill>
                <a:latin typeface="Overpass"/>
              </a:rPr>
              <a:t>{{S20_5936}}</a:t>
            </a:r>
          </a:p>
        </p:txBody>
      </p:sp>
      <p:cxnSp>
        <p:nvCxnSpPr>
          <p:cNvPr id="5937" name="Connector 29"/>
          <p:cNvCxnSpPr/>
          <p:nvPr/>
        </p:nvCxnSpPr>
        <p:spPr>
          <a:xfrm>
            <a:off x="3822191" y="4078224"/>
            <a:ext cx="0" cy="3163823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938" name="TextBox 12"/>
          <p:cNvSpPr txBox="1"/>
          <p:nvPr/>
        </p:nvSpPr>
        <p:spPr>
          <a:xfrm>
            <a:off x="3977639" y="4078224"/>
            <a:ext cx="303580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lang="pt-BR" sz="1250" b="1">
                <a:solidFill>
                  <a:srgbClr val="1A1A24"/>
                </a:solidFill>
                <a:latin typeface="Overpass"/>
              </a:rPr>
              <a:t>{{S20_5938}}</a:t>
            </a:r>
          </a:p>
        </p:txBody>
      </p:sp>
      <p:sp>
        <p:nvSpPr>
          <p:cNvPr id="5939" name="TextBox 16"/>
          <p:cNvSpPr txBox="1"/>
          <p:nvPr/>
        </p:nvSpPr>
        <p:spPr>
          <a:xfrm>
            <a:off x="3977639" y="4334256"/>
            <a:ext cx="303580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71"/>
              </a:lnSpc>
            </a:pPr>
            <a:r>
              <a:rPr lang="pt-BR" sz="850" b="0">
                <a:solidFill>
                  <a:srgbClr val="1A1A24"/>
                </a:solidFill>
                <a:latin typeface="Overpass"/>
              </a:rPr>
              <a:t>{{S20_5939}}</a:t>
            </a:r>
          </a:p>
        </p:txBody>
      </p:sp>
      <p:sp>
        <p:nvSpPr>
          <p:cNvPr id="5940" name="Rectangle 14"/>
          <p:cNvSpPr/>
          <p:nvPr/>
        </p:nvSpPr>
        <p:spPr>
          <a:xfrm>
            <a:off x="3977639" y="4663440"/>
            <a:ext cx="3035808" cy="237744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41" name="TextBox 16"/>
          <p:cNvSpPr txBox="1"/>
          <p:nvPr/>
        </p:nvSpPr>
        <p:spPr>
          <a:xfrm>
            <a:off x="4069079" y="4718303"/>
            <a:ext cx="1691639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13"/>
              </a:lnSpc>
            </a:pPr>
            <a:r>
              <a:rPr lang="pt-BR" sz="650" b="1" spc="100">
                <a:solidFill>
                  <a:srgbClr val="FFFFFF"/>
                </a:solidFill>
                <a:latin typeface="Overpass"/>
              </a:rPr>
              <a:t>{{S20_5941}}</a:t>
            </a:r>
          </a:p>
        </p:txBody>
      </p:sp>
      <p:sp>
        <p:nvSpPr>
          <p:cNvPr id="5942" name="TextBox 16"/>
          <p:cNvSpPr txBox="1"/>
          <p:nvPr/>
        </p:nvSpPr>
        <p:spPr>
          <a:xfrm>
            <a:off x="5760720" y="4718303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813"/>
              </a:lnSpc>
            </a:pPr>
            <a:r>
              <a:rPr lang="pt-BR" sz="650" b="1" spc="100">
                <a:solidFill>
                  <a:srgbClr val="FFFFFF"/>
                </a:solidFill>
                <a:latin typeface="Overpass"/>
              </a:rPr>
              <a:t>{{S20_5942}}</a:t>
            </a:r>
          </a:p>
        </p:txBody>
      </p:sp>
      <p:sp>
        <p:nvSpPr>
          <p:cNvPr id="5943" name="TextBox 16"/>
          <p:cNvSpPr txBox="1"/>
          <p:nvPr/>
        </p:nvSpPr>
        <p:spPr>
          <a:xfrm>
            <a:off x="6309359" y="4718303"/>
            <a:ext cx="704088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813"/>
              </a:lnSpc>
            </a:pPr>
            <a:r>
              <a:rPr lang="pt-BR" sz="650" b="1" spc="100">
                <a:solidFill>
                  <a:srgbClr val="FFFFFF"/>
                </a:solidFill>
                <a:latin typeface="Overpass"/>
              </a:rPr>
              <a:t>{{S20_5943}}</a:t>
            </a:r>
          </a:p>
        </p:txBody>
      </p:sp>
      <p:sp>
        <p:nvSpPr>
          <p:cNvPr id="5944" name="TextBox 16"/>
          <p:cNvSpPr txBox="1"/>
          <p:nvPr/>
        </p:nvSpPr>
        <p:spPr>
          <a:xfrm>
            <a:off x="4069079" y="4956047"/>
            <a:ext cx="16916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71"/>
              </a:lnSpc>
            </a:pPr>
            <a:r>
              <a:rPr lang="pt-BR" sz="850" b="1">
                <a:solidFill>
                  <a:srgbClr val="1A1A24"/>
                </a:solidFill>
                <a:latin typeface="Overpass"/>
              </a:rPr>
              <a:t>{{S20_5944}}</a:t>
            </a:r>
          </a:p>
        </p:txBody>
      </p:sp>
      <p:sp>
        <p:nvSpPr>
          <p:cNvPr id="5945" name="TextBox 17"/>
          <p:cNvSpPr txBox="1"/>
          <p:nvPr/>
        </p:nvSpPr>
        <p:spPr>
          <a:xfrm>
            <a:off x="4069079" y="5129783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75"/>
              </a:lnSpc>
            </a:pPr>
            <a:r>
              <a:rPr lang="pt-BR" sz="700" b="0">
                <a:solidFill>
                  <a:srgbClr val="1A1A24"/>
                </a:solidFill>
                <a:latin typeface="Overpass"/>
              </a:rPr>
              <a:t>{{S20_5945}}</a:t>
            </a:r>
          </a:p>
        </p:txBody>
      </p:sp>
      <p:sp>
        <p:nvSpPr>
          <p:cNvPr id="5946" name="TextBox 16"/>
          <p:cNvSpPr txBox="1"/>
          <p:nvPr/>
        </p:nvSpPr>
        <p:spPr>
          <a:xfrm>
            <a:off x="5760720" y="5038344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134"/>
              </a:lnSpc>
            </a:pPr>
            <a:r>
              <a:rPr lang="pt-BR" sz="900" b="0">
                <a:solidFill>
                  <a:srgbClr val="1A1A24"/>
                </a:solidFill>
                <a:latin typeface="Overpass"/>
              </a:rPr>
              <a:t>{{S20_5946}}</a:t>
            </a:r>
          </a:p>
        </p:txBody>
      </p:sp>
      <p:sp>
        <p:nvSpPr>
          <p:cNvPr id="5947" name="Rectangle 14"/>
          <p:cNvSpPr/>
          <p:nvPr/>
        </p:nvSpPr>
        <p:spPr>
          <a:xfrm>
            <a:off x="6446520" y="5001768"/>
            <a:ext cx="457200" cy="237744"/>
          </a:xfrm>
          <a:prstGeom prst="rect">
            <a:avLst/>
          </a:prstGeom>
          <a:solidFill>
            <a:srgbClr val="FDE2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48" name="TextBox 16"/>
          <p:cNvSpPr txBox="1"/>
          <p:nvPr/>
        </p:nvSpPr>
        <p:spPr>
          <a:xfrm>
            <a:off x="6446520" y="5029199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134"/>
              </a:lnSpc>
            </a:pPr>
            <a:r>
              <a:rPr lang="pt-BR" sz="900" b="1">
                <a:solidFill>
                  <a:srgbClr val="C62828"/>
                </a:solidFill>
                <a:latin typeface="Overpass"/>
              </a:rPr>
              <a:t>{{S20_5948}}</a:t>
            </a:r>
          </a:p>
        </p:txBody>
      </p:sp>
      <p:sp>
        <p:nvSpPr>
          <p:cNvPr id="5949" name="Rectangle 14"/>
          <p:cNvSpPr/>
          <p:nvPr/>
        </p:nvSpPr>
        <p:spPr>
          <a:xfrm>
            <a:off x="3977639" y="5340096"/>
            <a:ext cx="3035808" cy="438912"/>
          </a:xfrm>
          <a:prstGeom prst="rect">
            <a:avLst/>
          </a:prstGeom>
          <a:solidFill>
            <a:srgbClr val="F4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50" name="TextBox 16"/>
          <p:cNvSpPr txBox="1"/>
          <p:nvPr/>
        </p:nvSpPr>
        <p:spPr>
          <a:xfrm>
            <a:off x="4069079" y="5394959"/>
            <a:ext cx="16916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71"/>
              </a:lnSpc>
            </a:pPr>
            <a:r>
              <a:rPr lang="pt-BR" sz="850" b="1">
                <a:solidFill>
                  <a:srgbClr val="1A1A24"/>
                </a:solidFill>
                <a:latin typeface="Overpass"/>
              </a:rPr>
              <a:t>{{S20_5950}}</a:t>
            </a:r>
          </a:p>
        </p:txBody>
      </p:sp>
      <p:sp>
        <p:nvSpPr>
          <p:cNvPr id="5951" name="TextBox 17"/>
          <p:cNvSpPr txBox="1"/>
          <p:nvPr/>
        </p:nvSpPr>
        <p:spPr>
          <a:xfrm>
            <a:off x="4069079" y="5568696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75"/>
              </a:lnSpc>
            </a:pPr>
            <a:r>
              <a:rPr lang="pt-BR" sz="700" b="0">
                <a:solidFill>
                  <a:srgbClr val="1A1A24"/>
                </a:solidFill>
                <a:latin typeface="Overpass"/>
              </a:rPr>
              <a:t>{{S20_5951}}</a:t>
            </a:r>
          </a:p>
        </p:txBody>
      </p:sp>
      <p:sp>
        <p:nvSpPr>
          <p:cNvPr id="5952" name="TextBox 16"/>
          <p:cNvSpPr txBox="1"/>
          <p:nvPr/>
        </p:nvSpPr>
        <p:spPr>
          <a:xfrm>
            <a:off x="5760720" y="5477256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134"/>
              </a:lnSpc>
            </a:pPr>
            <a:r>
              <a:rPr lang="pt-BR" sz="900" b="0">
                <a:solidFill>
                  <a:srgbClr val="1A1A24"/>
                </a:solidFill>
                <a:latin typeface="Overpass"/>
              </a:rPr>
              <a:t>{{S20_5952}}</a:t>
            </a:r>
          </a:p>
        </p:txBody>
      </p:sp>
      <p:sp>
        <p:nvSpPr>
          <p:cNvPr id="5953" name="Rectangle 14"/>
          <p:cNvSpPr/>
          <p:nvPr/>
        </p:nvSpPr>
        <p:spPr>
          <a:xfrm>
            <a:off x="6446520" y="5440680"/>
            <a:ext cx="457200" cy="237744"/>
          </a:xfrm>
          <a:prstGeom prst="rect">
            <a:avLst/>
          </a:prstGeom>
          <a:solidFill>
            <a:srgbClr val="FDE2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54" name="TextBox 16"/>
          <p:cNvSpPr txBox="1"/>
          <p:nvPr/>
        </p:nvSpPr>
        <p:spPr>
          <a:xfrm>
            <a:off x="6446520" y="546811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134"/>
              </a:lnSpc>
            </a:pPr>
            <a:r>
              <a:rPr lang="pt-BR" sz="900" b="1">
                <a:solidFill>
                  <a:srgbClr val="C62828"/>
                </a:solidFill>
                <a:latin typeface="Overpass"/>
              </a:rPr>
              <a:t>{{S20_5954}}</a:t>
            </a:r>
          </a:p>
        </p:txBody>
      </p:sp>
      <p:sp>
        <p:nvSpPr>
          <p:cNvPr id="5955" name="TextBox 16"/>
          <p:cNvSpPr txBox="1"/>
          <p:nvPr/>
        </p:nvSpPr>
        <p:spPr>
          <a:xfrm>
            <a:off x="4069079" y="5833872"/>
            <a:ext cx="16916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71"/>
              </a:lnSpc>
            </a:pPr>
            <a:r>
              <a:rPr lang="pt-BR" sz="850" b="1">
                <a:solidFill>
                  <a:srgbClr val="1A1A24"/>
                </a:solidFill>
                <a:latin typeface="Overpass"/>
              </a:rPr>
              <a:t>{{S20_5955}}</a:t>
            </a:r>
          </a:p>
        </p:txBody>
      </p:sp>
      <p:sp>
        <p:nvSpPr>
          <p:cNvPr id="5956" name="TextBox 17"/>
          <p:cNvSpPr txBox="1"/>
          <p:nvPr/>
        </p:nvSpPr>
        <p:spPr>
          <a:xfrm>
            <a:off x="4069079" y="6007608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75"/>
              </a:lnSpc>
            </a:pPr>
            <a:r>
              <a:rPr lang="pt-BR" sz="700" b="0">
                <a:solidFill>
                  <a:srgbClr val="1A1A24"/>
                </a:solidFill>
                <a:latin typeface="Overpass"/>
              </a:rPr>
              <a:t>{{S20_5956}}</a:t>
            </a:r>
          </a:p>
        </p:txBody>
      </p:sp>
      <p:sp>
        <p:nvSpPr>
          <p:cNvPr id="5957" name="TextBox 16"/>
          <p:cNvSpPr txBox="1"/>
          <p:nvPr/>
        </p:nvSpPr>
        <p:spPr>
          <a:xfrm>
            <a:off x="5760720" y="591616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134"/>
              </a:lnSpc>
            </a:pPr>
            <a:r>
              <a:rPr lang="pt-BR" sz="900" b="0">
                <a:solidFill>
                  <a:srgbClr val="1A1A24"/>
                </a:solidFill>
                <a:latin typeface="Overpass"/>
              </a:rPr>
              <a:t>{{S20_5957}}</a:t>
            </a:r>
          </a:p>
        </p:txBody>
      </p:sp>
      <p:sp>
        <p:nvSpPr>
          <p:cNvPr id="5958" name="Rectangle 14"/>
          <p:cNvSpPr/>
          <p:nvPr/>
        </p:nvSpPr>
        <p:spPr>
          <a:xfrm>
            <a:off x="6446520" y="5879592"/>
            <a:ext cx="457200" cy="237744"/>
          </a:xfrm>
          <a:prstGeom prst="rect">
            <a:avLst/>
          </a:prstGeom>
          <a:solidFill>
            <a:srgbClr val="FDE2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59" name="TextBox 16"/>
          <p:cNvSpPr txBox="1"/>
          <p:nvPr/>
        </p:nvSpPr>
        <p:spPr>
          <a:xfrm>
            <a:off x="6446520" y="590702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134"/>
              </a:lnSpc>
            </a:pPr>
            <a:r>
              <a:rPr lang="pt-BR" sz="900" b="1">
                <a:solidFill>
                  <a:srgbClr val="C62828"/>
                </a:solidFill>
                <a:latin typeface="Overpass"/>
              </a:rPr>
              <a:t>{{S20_5959}}</a:t>
            </a:r>
          </a:p>
        </p:txBody>
      </p:sp>
      <p:sp>
        <p:nvSpPr>
          <p:cNvPr id="5960" name="Rectangle 14"/>
          <p:cNvSpPr/>
          <p:nvPr/>
        </p:nvSpPr>
        <p:spPr>
          <a:xfrm>
            <a:off x="3977639" y="6217920"/>
            <a:ext cx="3035808" cy="438912"/>
          </a:xfrm>
          <a:prstGeom prst="rect">
            <a:avLst/>
          </a:prstGeom>
          <a:solidFill>
            <a:srgbClr val="F4F4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61" name="TextBox 16"/>
          <p:cNvSpPr txBox="1"/>
          <p:nvPr/>
        </p:nvSpPr>
        <p:spPr>
          <a:xfrm>
            <a:off x="4069079" y="6272784"/>
            <a:ext cx="16916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71"/>
              </a:lnSpc>
            </a:pPr>
            <a:r>
              <a:rPr lang="pt-BR" sz="850" b="1">
                <a:solidFill>
                  <a:srgbClr val="1A1A24"/>
                </a:solidFill>
                <a:latin typeface="Overpass"/>
              </a:rPr>
              <a:t>{{S20_5961}}</a:t>
            </a:r>
          </a:p>
        </p:txBody>
      </p:sp>
      <p:sp>
        <p:nvSpPr>
          <p:cNvPr id="5962" name="TextBox 17"/>
          <p:cNvSpPr txBox="1"/>
          <p:nvPr/>
        </p:nvSpPr>
        <p:spPr>
          <a:xfrm>
            <a:off x="4069079" y="6446520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75"/>
              </a:lnSpc>
            </a:pPr>
            <a:r>
              <a:rPr lang="pt-BR" sz="700" b="0">
                <a:solidFill>
                  <a:srgbClr val="1A1A24"/>
                </a:solidFill>
                <a:latin typeface="Overpass"/>
              </a:rPr>
              <a:t>{{S20_5962}}</a:t>
            </a:r>
          </a:p>
        </p:txBody>
      </p:sp>
      <p:sp>
        <p:nvSpPr>
          <p:cNvPr id="5963" name="TextBox 16"/>
          <p:cNvSpPr txBox="1"/>
          <p:nvPr/>
        </p:nvSpPr>
        <p:spPr>
          <a:xfrm>
            <a:off x="5760720" y="635508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134"/>
              </a:lnSpc>
            </a:pPr>
            <a:r>
              <a:rPr lang="pt-BR" sz="900" b="0">
                <a:solidFill>
                  <a:srgbClr val="1A1A24"/>
                </a:solidFill>
                <a:latin typeface="Overpass"/>
              </a:rPr>
              <a:t>{{S20_5963}}</a:t>
            </a:r>
          </a:p>
        </p:txBody>
      </p:sp>
      <p:sp>
        <p:nvSpPr>
          <p:cNvPr id="5964" name="Rectangle 14"/>
          <p:cNvSpPr/>
          <p:nvPr/>
        </p:nvSpPr>
        <p:spPr>
          <a:xfrm>
            <a:off x="6446520" y="6318504"/>
            <a:ext cx="457200" cy="237744"/>
          </a:xfrm>
          <a:prstGeom prst="rect">
            <a:avLst/>
          </a:prstGeom>
          <a:solidFill>
            <a:srgbClr val="FDE2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65" name="TextBox 16"/>
          <p:cNvSpPr txBox="1"/>
          <p:nvPr/>
        </p:nvSpPr>
        <p:spPr>
          <a:xfrm>
            <a:off x="6446520" y="634593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134"/>
              </a:lnSpc>
            </a:pPr>
            <a:r>
              <a:rPr lang="pt-BR" sz="900" b="1">
                <a:solidFill>
                  <a:srgbClr val="C62828"/>
                </a:solidFill>
                <a:latin typeface="Overpass"/>
              </a:rPr>
              <a:t>{{S20_5965}}</a:t>
            </a:r>
          </a:p>
        </p:txBody>
      </p:sp>
      <p:cxnSp>
        <p:nvCxnSpPr>
          <p:cNvPr id="5966" name="Connector 29"/>
          <p:cNvCxnSpPr/>
          <p:nvPr/>
        </p:nvCxnSpPr>
        <p:spPr>
          <a:xfrm>
            <a:off x="3977639" y="6656832"/>
            <a:ext cx="3035808" cy="0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967" name="TextBox 17"/>
          <p:cNvSpPr txBox="1"/>
          <p:nvPr/>
        </p:nvSpPr>
        <p:spPr>
          <a:xfrm>
            <a:off x="3977639" y="6711696"/>
            <a:ext cx="30358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75"/>
              </a:lnSpc>
            </a:pPr>
            <a:r>
              <a:rPr lang="pt-BR" sz="700" b="0">
                <a:solidFill>
                  <a:srgbClr val="1A1A24"/>
                </a:solidFill>
                <a:latin typeface="Overpass"/>
              </a:rPr>
              <a:t>{{S20_5967}}</a:t>
            </a:r>
          </a:p>
        </p:txBody>
      </p:sp>
      <p:sp>
        <p:nvSpPr>
          <p:cNvPr id="5968" name="TextBox 12"/>
          <p:cNvSpPr txBox="1"/>
          <p:nvPr/>
        </p:nvSpPr>
        <p:spPr>
          <a:xfrm>
            <a:off x="685800" y="7205472"/>
            <a:ext cx="63276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lang="pt-BR" sz="1250" b="1">
                <a:solidFill>
                  <a:srgbClr val="1A1A24"/>
                </a:solidFill>
                <a:latin typeface="Overpass"/>
              </a:rPr>
              <a:t>{{S20_5968}}</a:t>
            </a:r>
          </a:p>
        </p:txBody>
      </p:sp>
      <p:sp>
        <p:nvSpPr>
          <p:cNvPr id="5969" name="TextBox 16"/>
          <p:cNvSpPr txBox="1"/>
          <p:nvPr/>
        </p:nvSpPr>
        <p:spPr>
          <a:xfrm>
            <a:off x="685800" y="7498080"/>
            <a:ext cx="6327648" cy="4559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197"/>
              </a:lnSpc>
            </a:pPr>
            <a:r>
              <a:rPr lang="pt-BR" sz="950" b="0">
                <a:solidFill>
                  <a:srgbClr val="1A1A24"/>
                </a:solidFill>
                <a:latin typeface="Overpass"/>
              </a:rPr>
              <a:t>{{S20_5969}}</a:t>
            </a:r>
          </a:p>
        </p:txBody>
      </p:sp>
      <p:sp>
        <p:nvSpPr>
          <p:cNvPr id="5970" name="Rectangle 14"/>
          <p:cNvSpPr/>
          <p:nvPr/>
        </p:nvSpPr>
        <p:spPr>
          <a:xfrm>
            <a:off x="685800" y="8155150"/>
            <a:ext cx="6327648" cy="1335024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71" name="TextBox 16"/>
          <p:cNvSpPr txBox="1"/>
          <p:nvPr/>
        </p:nvSpPr>
        <p:spPr>
          <a:xfrm>
            <a:off x="868680" y="8264878"/>
            <a:ext cx="594360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01"/>
              </a:lnSpc>
            </a:pPr>
            <a:r>
              <a:rPr lang="pt-BR" sz="800" b="1" spc="100">
                <a:solidFill>
                  <a:srgbClr val="FFE600"/>
                </a:solidFill>
                <a:latin typeface="Overpass"/>
              </a:rPr>
              <a:t>{{S20_5971}}</a:t>
            </a:r>
          </a:p>
        </p:txBody>
      </p:sp>
      <p:sp>
        <p:nvSpPr>
          <p:cNvPr id="5972" name="TextBox 16"/>
          <p:cNvSpPr txBox="1"/>
          <p:nvPr/>
        </p:nvSpPr>
        <p:spPr>
          <a:xfrm>
            <a:off x="868680" y="8447758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3"/>
              </a:lnSpc>
            </a:pPr>
            <a:r>
              <a:rPr lang="pt-BR" sz="1050" b="1">
                <a:solidFill>
                  <a:srgbClr val="FFFFFF"/>
                </a:solidFill>
                <a:latin typeface="Overpass"/>
              </a:rPr>
              <a:t>{{S20_5972}}</a:t>
            </a:r>
          </a:p>
        </p:txBody>
      </p:sp>
      <p:cxnSp>
        <p:nvCxnSpPr>
          <p:cNvPr id="5973" name="Connector 29"/>
          <p:cNvCxnSpPr/>
          <p:nvPr/>
        </p:nvCxnSpPr>
        <p:spPr>
          <a:xfrm>
            <a:off x="868680" y="8758654"/>
            <a:ext cx="5961888" cy="0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974" name="TextBox 16"/>
          <p:cNvSpPr txBox="1"/>
          <p:nvPr/>
        </p:nvSpPr>
        <p:spPr>
          <a:xfrm>
            <a:off x="868680" y="8868382"/>
            <a:ext cx="180441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38"/>
              </a:lnSpc>
            </a:pPr>
            <a:r>
              <a:rPr lang="pt-BR" sz="750" b="1" spc="100">
                <a:solidFill>
                  <a:srgbClr val="FFFFFF"/>
                </a:solidFill>
                <a:latin typeface="Overpass"/>
              </a:rPr>
              <a:t>{{S20_5974}}</a:t>
            </a:r>
          </a:p>
        </p:txBody>
      </p:sp>
      <p:sp>
        <p:nvSpPr>
          <p:cNvPr id="5975" name="TextBox 16"/>
          <p:cNvSpPr txBox="1"/>
          <p:nvPr/>
        </p:nvSpPr>
        <p:spPr>
          <a:xfrm>
            <a:off x="868680" y="9051262"/>
            <a:ext cx="1767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71"/>
              </a:lnSpc>
            </a:pPr>
            <a:r>
              <a:rPr lang="pt-BR" sz="850" b="0">
                <a:solidFill>
                  <a:srgbClr val="E4E4EA"/>
                </a:solidFill>
                <a:latin typeface="Overpass"/>
              </a:rPr>
              <a:t>{{S20_5975}}</a:t>
            </a:r>
          </a:p>
        </p:txBody>
      </p:sp>
      <p:cxnSp>
        <p:nvCxnSpPr>
          <p:cNvPr id="5976" name="Connector 29"/>
          <p:cNvCxnSpPr/>
          <p:nvPr/>
        </p:nvCxnSpPr>
        <p:spPr>
          <a:xfrm>
            <a:off x="2855975" y="8868382"/>
            <a:ext cx="0" cy="512064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977" name="TextBox 16"/>
          <p:cNvSpPr txBox="1"/>
          <p:nvPr/>
        </p:nvSpPr>
        <p:spPr>
          <a:xfrm>
            <a:off x="2983992" y="8868382"/>
            <a:ext cx="180441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38"/>
              </a:lnSpc>
            </a:pPr>
            <a:r>
              <a:rPr lang="pt-BR" sz="750" b="1" spc="100">
                <a:solidFill>
                  <a:srgbClr val="FFFFFF"/>
                </a:solidFill>
                <a:latin typeface="Overpass"/>
              </a:rPr>
              <a:t>{{S20_5977}}</a:t>
            </a:r>
          </a:p>
        </p:txBody>
      </p:sp>
      <p:sp>
        <p:nvSpPr>
          <p:cNvPr id="5978" name="TextBox 16"/>
          <p:cNvSpPr txBox="1"/>
          <p:nvPr/>
        </p:nvSpPr>
        <p:spPr>
          <a:xfrm>
            <a:off x="2983992" y="9051262"/>
            <a:ext cx="1767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71"/>
              </a:lnSpc>
            </a:pPr>
            <a:r>
              <a:rPr lang="pt-BR" sz="850" b="0">
                <a:solidFill>
                  <a:srgbClr val="E4E4EA"/>
                </a:solidFill>
                <a:latin typeface="Overpass"/>
              </a:rPr>
              <a:t>{{S20_5978}}</a:t>
            </a:r>
          </a:p>
        </p:txBody>
      </p:sp>
      <p:cxnSp>
        <p:nvCxnSpPr>
          <p:cNvPr id="5979" name="Connector 29"/>
          <p:cNvCxnSpPr/>
          <p:nvPr/>
        </p:nvCxnSpPr>
        <p:spPr>
          <a:xfrm>
            <a:off x="4843272" y="8868382"/>
            <a:ext cx="0" cy="512064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980" name="TextBox 16"/>
          <p:cNvSpPr txBox="1"/>
          <p:nvPr/>
        </p:nvSpPr>
        <p:spPr>
          <a:xfrm>
            <a:off x="4971288" y="8868382"/>
            <a:ext cx="180441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38"/>
              </a:lnSpc>
            </a:pPr>
            <a:r>
              <a:rPr lang="pt-BR" sz="750" b="1" spc="100">
                <a:solidFill>
                  <a:srgbClr val="FFFFFF"/>
                </a:solidFill>
                <a:latin typeface="Overpass"/>
              </a:rPr>
              <a:t>{{S20_5980}}</a:t>
            </a:r>
          </a:p>
        </p:txBody>
      </p:sp>
      <p:sp>
        <p:nvSpPr>
          <p:cNvPr id="5981" name="TextBox 16"/>
          <p:cNvSpPr txBox="1"/>
          <p:nvPr/>
        </p:nvSpPr>
        <p:spPr>
          <a:xfrm>
            <a:off x="4971288" y="9051262"/>
            <a:ext cx="1767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71"/>
              </a:lnSpc>
            </a:pPr>
            <a:r>
              <a:rPr lang="pt-BR" sz="850" b="0">
                <a:solidFill>
                  <a:srgbClr val="E4E4EA"/>
                </a:solidFill>
                <a:latin typeface="Overpass"/>
              </a:rPr>
              <a:t>{{S20_5981}}</a:t>
            </a:r>
          </a:p>
        </p:txBody>
      </p:sp>
      <p:sp>
        <p:nvSpPr>
          <p:cNvPr id="5982" name="TextBox 17"/>
          <p:cNvSpPr txBox="1"/>
          <p:nvPr/>
        </p:nvSpPr>
        <p:spPr>
          <a:xfrm>
            <a:off x="685800" y="9599902"/>
            <a:ext cx="63276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75"/>
              </a:lnSpc>
            </a:pPr>
            <a:r>
              <a:rPr lang="pt-BR" sz="700" b="0">
                <a:solidFill>
                  <a:srgbClr val="1A1A24"/>
                </a:solidFill>
                <a:latin typeface="Overpass"/>
              </a:rPr>
              <a:t>{{S20_5982}}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384048"/>
            <a:ext cx="786333" cy="23774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FFC000"/>
                </a:solidFill>
                <a:latin typeface="Overpass"/>
              </a:rPr>
              <a:t>{{S21_2}}</a:t>
            </a:r>
          </a:p>
        </p:txBody>
      </p:sp>
      <p:pic>
        <p:nvPicPr>
          <p:cNvPr id="3" name="Logo EY" descr="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014" y="246888"/>
            <a:ext cx="482433" cy="56692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685800" y="10058400"/>
            <a:ext cx="6327648" cy="0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685800" y="10131552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11"/>
              </a:lnSpc>
            </a:pPr>
            <a:r>
              <a:rPr lang="pt-BR" sz="650" b="0">
                <a:solidFill>
                  <a:srgbClr val="1A1A24"/>
                </a:solidFill>
                <a:latin typeface="Overpass"/>
              </a:rPr>
              <a:t>{{S21_5}}</a:t>
            </a:r>
          </a:p>
        </p:txBody>
      </p:sp>
      <p:sp>
        <p:nvSpPr>
          <p:cNvPr id="6" name="Rectangle 5"/>
          <p:cNvSpPr/>
          <p:nvPr/>
        </p:nvSpPr>
        <p:spPr>
          <a:xfrm>
            <a:off x="6775704" y="10113264"/>
            <a:ext cx="237744" cy="21945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{{S21_6}}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-516223" y="1814671"/>
            <a:ext cx="1763966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75"/>
              </a:lnSpc>
            </a:pPr>
            <a:r>
              <a:rPr lang="pt-BR" sz="700" b="1" spc="120">
                <a:solidFill>
                  <a:srgbClr val="1A1A24"/>
                </a:solidFill>
                <a:latin typeface="Overpass"/>
              </a:rPr>
              <a:t>{{S21_7}}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2925254"/>
            <a:ext cx="0" cy="6858826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330" name="Rectangle 8"/>
          <p:cNvSpPr/>
          <p:nvPr/>
        </p:nvSpPr>
        <p:spPr>
          <a:xfrm>
            <a:off x="685800" y="1042415"/>
            <a:ext cx="1386367" cy="201168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25"/>
              </a:lnSpc>
            </a:pPr>
            <a:r>
              <a:rPr lang="pt-BR" sz="750" b="1" spc="60">
                <a:solidFill>
                  <a:srgbClr val="FFFFFF"/>
                </a:solidFill>
                <a:latin typeface="Overpass"/>
              </a:rPr>
              <a:t>{{S21_5330}}</a:t>
            </a:r>
          </a:p>
        </p:txBody>
      </p:sp>
      <p:sp>
        <p:nvSpPr>
          <p:cNvPr id="5331" name="Rectangle 9"/>
          <p:cNvSpPr/>
          <p:nvPr/>
        </p:nvSpPr>
        <p:spPr>
          <a:xfrm>
            <a:off x="2145319" y="1042415"/>
            <a:ext cx="999017" cy="201168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25"/>
              </a:lnSpc>
            </a:pPr>
            <a:r>
              <a:rPr lang="pt-BR" sz="750" b="1" spc="60">
                <a:solidFill>
                  <a:srgbClr val="1A1A24"/>
                </a:solidFill>
                <a:latin typeface="Overpass"/>
              </a:rPr>
              <a:t>{{S21_5331}}</a:t>
            </a:r>
          </a:p>
        </p:txBody>
      </p:sp>
      <p:sp>
        <p:nvSpPr>
          <p:cNvPr id="5332" name="Rectangle 10"/>
          <p:cNvSpPr/>
          <p:nvPr/>
        </p:nvSpPr>
        <p:spPr>
          <a:xfrm>
            <a:off x="3217489" y="1042415"/>
            <a:ext cx="1048269" cy="201168"/>
          </a:xfrm>
          <a:prstGeom prst="rect">
            <a:avLst/>
          </a:prstGeom>
          <a:solidFill>
            <a:srgbClr val="FF9831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25"/>
              </a:lnSpc>
            </a:pPr>
            <a:r>
              <a:rPr lang="pt-BR" sz="750" b="1" spc="60">
                <a:solidFill>
                  <a:srgbClr val="1A1A24"/>
                </a:solidFill>
                <a:latin typeface="Overpass"/>
              </a:rPr>
              <a:t>{{S21_5332}}</a:t>
            </a:r>
          </a:p>
        </p:txBody>
      </p:sp>
      <p:sp>
        <p:nvSpPr>
          <p:cNvPr id="5333" name="TextBox 11"/>
          <p:cNvSpPr txBox="1"/>
          <p:nvPr/>
        </p:nvSpPr>
        <p:spPr>
          <a:xfrm>
            <a:off x="4357199" y="10789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00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{{S21_5333}}</a:t>
            </a:r>
          </a:p>
        </p:txBody>
      </p:sp>
      <p:sp>
        <p:nvSpPr>
          <p:cNvPr id="5334" name="TextBox 12"/>
          <p:cNvSpPr txBox="1"/>
          <p:nvPr/>
        </p:nvSpPr>
        <p:spPr>
          <a:xfrm>
            <a:off x="685800" y="1371600"/>
            <a:ext cx="6327648" cy="9464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84"/>
              </a:lnSpc>
            </a:pPr>
            <a:r>
              <a:rPr lang="pt-BR" sz="2300" b="1">
                <a:solidFill>
                  <a:srgbClr val="1A1A24"/>
                </a:solidFill>
                <a:latin typeface="Overpass"/>
              </a:rPr>
              <a:t>{{S21_5334}}</a:t>
            </a:r>
          </a:p>
        </p:txBody>
      </p:sp>
      <p:sp>
        <p:nvSpPr>
          <p:cNvPr id="5335" name="TextBox 13"/>
          <p:cNvSpPr txBox="1"/>
          <p:nvPr/>
        </p:nvSpPr>
        <p:spPr>
          <a:xfrm>
            <a:off x="685800" y="2418588"/>
            <a:ext cx="6327648" cy="5003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313"/>
              </a:lnSpc>
            </a:pPr>
            <a:r>
              <a:rPr lang="pt-BR" sz="980" b="0">
                <a:solidFill>
                  <a:srgbClr val="1A1A24"/>
                </a:solidFill>
                <a:latin typeface="Overpass"/>
              </a:rPr>
              <a:t>{{S21_5335}}</a:t>
            </a:r>
          </a:p>
        </p:txBody>
      </p:sp>
      <p:sp>
        <p:nvSpPr>
          <p:cNvPr id="5336" name="Rectangle 14"/>
          <p:cNvSpPr/>
          <p:nvPr/>
        </p:nvSpPr>
        <p:spPr>
          <a:xfrm>
            <a:off x="685800" y="3129290"/>
            <a:ext cx="6327648" cy="1134374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37" name="Rectangle 15"/>
          <p:cNvSpPr/>
          <p:nvPr/>
        </p:nvSpPr>
        <p:spPr>
          <a:xfrm>
            <a:off x="685800" y="3129290"/>
            <a:ext cx="54864" cy="1134374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38" name="TextBox 16"/>
          <p:cNvSpPr txBox="1"/>
          <p:nvPr/>
        </p:nvSpPr>
        <p:spPr>
          <a:xfrm>
            <a:off x="868680" y="3239018"/>
            <a:ext cx="173736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75"/>
              </a:lnSpc>
            </a:pPr>
            <a:r>
              <a:rPr lang="pt-BR" sz="700" b="1" spc="100">
                <a:solidFill>
                  <a:srgbClr val="FFE600"/>
                </a:solidFill>
                <a:latin typeface="Overpass"/>
              </a:rPr>
              <a:t>{{S21_5338}}</a:t>
            </a:r>
          </a:p>
        </p:txBody>
      </p:sp>
      <p:sp>
        <p:nvSpPr>
          <p:cNvPr id="5339" name="TextBox 12"/>
          <p:cNvSpPr txBox="1"/>
          <p:nvPr/>
        </p:nvSpPr>
        <p:spPr>
          <a:xfrm>
            <a:off x="868680" y="3403610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52"/>
              </a:lnSpc>
            </a:pPr>
            <a:r>
              <a:rPr lang="pt-BR" sz="1900" b="1">
                <a:solidFill>
                  <a:srgbClr val="FFE600"/>
                </a:solidFill>
                <a:latin typeface="Overpass"/>
              </a:rPr>
              <a:t>{{S21_5339}}</a:t>
            </a:r>
          </a:p>
        </p:txBody>
      </p:sp>
      <p:sp>
        <p:nvSpPr>
          <p:cNvPr id="5340" name="TextBox 50"/>
          <p:cNvSpPr txBox="1"/>
          <p:nvPr/>
        </p:nvSpPr>
        <p:spPr>
          <a:xfrm>
            <a:off x="2761488" y="4025920"/>
            <a:ext cx="4069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812"/>
              </a:lnSpc>
            </a:pPr>
            <a:r>
              <a:rPr lang="pt-BR" sz="650" b="1">
                <a:solidFill>
                  <a:srgbClr val="CFCFD8"/>
                </a:solidFill>
                <a:latin typeface="Overpass"/>
              </a:rPr>
              <a:t>{{S21_5340}}</a:t>
            </a:r>
          </a:p>
        </p:txBody>
      </p:sp>
      <p:sp>
        <p:nvSpPr>
          <p:cNvPr id="5341" name="TextBox 16"/>
          <p:cNvSpPr txBox="1"/>
          <p:nvPr/>
        </p:nvSpPr>
        <p:spPr>
          <a:xfrm>
            <a:off x="2761488" y="3284738"/>
            <a:ext cx="4069080" cy="64059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261"/>
              </a:lnSpc>
            </a:pPr>
            <a:r>
              <a:rPr lang="pt-BR" sz="940" b="0">
                <a:solidFill>
                  <a:srgbClr val="FFFFFF"/>
                </a:solidFill>
                <a:latin typeface="Overpass"/>
              </a:rPr>
              <a:t>{{S21_5341}}</a:t>
            </a:r>
          </a:p>
        </p:txBody>
      </p:sp>
      <p:sp>
        <p:nvSpPr>
          <p:cNvPr id="5342" name="TextBox 12"/>
          <p:cNvSpPr txBox="1"/>
          <p:nvPr/>
        </p:nvSpPr>
        <p:spPr>
          <a:xfrm>
            <a:off x="685800" y="4483120"/>
            <a:ext cx="63276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lang="pt-BR" sz="1250" b="1">
                <a:solidFill>
                  <a:srgbClr val="1A1A24"/>
                </a:solidFill>
                <a:latin typeface="Overpass"/>
              </a:rPr>
              <a:t>{{S21_5342}}</a:t>
            </a:r>
          </a:p>
        </p:txBody>
      </p:sp>
      <p:sp>
        <p:nvSpPr>
          <p:cNvPr id="5343" name="Rectangle 15"/>
          <p:cNvSpPr/>
          <p:nvPr/>
        </p:nvSpPr>
        <p:spPr>
          <a:xfrm>
            <a:off x="685800" y="4775728"/>
            <a:ext cx="502920" cy="4572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44" name="TextBox 28"/>
          <p:cNvSpPr txBox="1"/>
          <p:nvPr/>
        </p:nvSpPr>
        <p:spPr>
          <a:xfrm>
            <a:off x="685800" y="4940320"/>
            <a:ext cx="3054096" cy="16696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315"/>
              </a:lnSpc>
            </a:pPr>
            <a:r>
              <a:rPr lang="pt-BR" sz="980" b="0">
                <a:solidFill>
                  <a:srgbClr val="1A1A24"/>
                </a:solidFill>
                <a:latin typeface="Overpass"/>
              </a:rPr>
              <a:t>{{S21_5344}}</a:t>
            </a:r>
          </a:p>
        </p:txBody>
      </p:sp>
      <p:sp>
        <p:nvSpPr>
          <p:cNvPr id="5345" name="TextBox 28"/>
          <p:cNvSpPr txBox="1"/>
          <p:nvPr/>
        </p:nvSpPr>
        <p:spPr>
          <a:xfrm>
            <a:off x="3959352" y="4940320"/>
            <a:ext cx="3054096" cy="16696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315"/>
              </a:lnSpc>
            </a:pPr>
            <a:r>
              <a:rPr lang="pt-BR" sz="980" b="0">
                <a:solidFill>
                  <a:srgbClr val="1A1A24"/>
                </a:solidFill>
                <a:latin typeface="Overpass"/>
              </a:rPr>
              <a:t>{{S21_5345}}</a:t>
            </a:r>
          </a:p>
        </p:txBody>
      </p:sp>
      <p:cxnSp>
        <p:nvCxnSpPr>
          <p:cNvPr id="5346" name="Connector 29"/>
          <p:cNvCxnSpPr/>
          <p:nvPr/>
        </p:nvCxnSpPr>
        <p:spPr>
          <a:xfrm>
            <a:off x="3849624" y="4958608"/>
            <a:ext cx="0" cy="1633068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347" name="TextBox 12"/>
          <p:cNvSpPr txBox="1"/>
          <p:nvPr/>
        </p:nvSpPr>
        <p:spPr>
          <a:xfrm>
            <a:off x="685800" y="6884285"/>
            <a:ext cx="63276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lang="pt-BR" sz="1250" b="1">
                <a:solidFill>
                  <a:srgbClr val="1A1A24"/>
                </a:solidFill>
                <a:latin typeface="Overpass"/>
              </a:rPr>
              <a:t>{{S21_5347}}</a:t>
            </a:r>
          </a:p>
        </p:txBody>
      </p:sp>
      <p:sp>
        <p:nvSpPr>
          <p:cNvPr id="5348" name="Rectangle 15"/>
          <p:cNvSpPr/>
          <p:nvPr/>
        </p:nvSpPr>
        <p:spPr>
          <a:xfrm>
            <a:off x="685800" y="7176893"/>
            <a:ext cx="502920" cy="4572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49" name="Rectangle 18"/>
          <p:cNvSpPr/>
          <p:nvPr/>
        </p:nvSpPr>
        <p:spPr>
          <a:xfrm>
            <a:off x="685800" y="7341485"/>
            <a:ext cx="2036064" cy="1884661"/>
          </a:xfrm>
          <a:prstGeom prst="rect">
            <a:avLst/>
          </a:prstGeom>
          <a:solidFill>
            <a:srgbClr val="FFF6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50" name="Rectangle 20"/>
          <p:cNvSpPr/>
          <p:nvPr/>
        </p:nvSpPr>
        <p:spPr>
          <a:xfrm>
            <a:off x="813816" y="7487789"/>
            <a:ext cx="384048" cy="25603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935"/>
              </a:lnSpc>
            </a:pPr>
            <a:r>
              <a:rPr lang="pt-BR" sz="850" b="1">
                <a:solidFill>
                  <a:srgbClr val="1A1A24"/>
                </a:solidFill>
                <a:latin typeface="Overpass"/>
              </a:rPr>
              <a:t>{{S21_5350}}</a:t>
            </a:r>
          </a:p>
        </p:txBody>
      </p:sp>
      <p:sp>
        <p:nvSpPr>
          <p:cNvPr id="5351" name="TextBox 21"/>
          <p:cNvSpPr txBox="1"/>
          <p:nvPr/>
        </p:nvSpPr>
        <p:spPr>
          <a:xfrm>
            <a:off x="813816" y="7853549"/>
            <a:ext cx="1780032" cy="3381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31"/>
              </a:lnSpc>
            </a:pPr>
            <a:r>
              <a:rPr lang="pt-BR" sz="1040" b="1">
                <a:solidFill>
                  <a:srgbClr val="1A1A24"/>
                </a:solidFill>
                <a:latin typeface="Overpass"/>
              </a:rPr>
              <a:t>{{S21_5351}}</a:t>
            </a:r>
          </a:p>
        </p:txBody>
      </p:sp>
      <p:sp>
        <p:nvSpPr>
          <p:cNvPr id="5352" name="TextBox 21"/>
          <p:cNvSpPr txBox="1"/>
          <p:nvPr/>
        </p:nvSpPr>
        <p:spPr>
          <a:xfrm>
            <a:off x="813816" y="8264881"/>
            <a:ext cx="1780032" cy="79667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255"/>
              </a:lnSpc>
            </a:pPr>
            <a:r>
              <a:rPr lang="pt-BR" sz="980" b="0">
                <a:solidFill>
                  <a:srgbClr val="1A1A24"/>
                </a:solidFill>
                <a:latin typeface="Overpass"/>
              </a:rPr>
              <a:t>{{S21_5352}}</a:t>
            </a:r>
          </a:p>
        </p:txBody>
      </p:sp>
      <p:sp>
        <p:nvSpPr>
          <p:cNvPr id="5353" name="Rectangle 18"/>
          <p:cNvSpPr/>
          <p:nvPr/>
        </p:nvSpPr>
        <p:spPr>
          <a:xfrm>
            <a:off x="2831592" y="7341485"/>
            <a:ext cx="2036064" cy="1884661"/>
          </a:xfrm>
          <a:prstGeom prst="rect">
            <a:avLst/>
          </a:prstGeom>
          <a:solidFill>
            <a:srgbClr val="FFF6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54" name="Rectangle 20"/>
          <p:cNvSpPr/>
          <p:nvPr/>
        </p:nvSpPr>
        <p:spPr>
          <a:xfrm>
            <a:off x="2959608" y="7487789"/>
            <a:ext cx="384048" cy="25603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935"/>
              </a:lnSpc>
            </a:pPr>
            <a:r>
              <a:rPr lang="pt-BR" sz="850" b="1">
                <a:solidFill>
                  <a:srgbClr val="1A1A24"/>
                </a:solidFill>
                <a:latin typeface="Overpass"/>
              </a:rPr>
              <a:t>{{S21_5354}}</a:t>
            </a:r>
          </a:p>
        </p:txBody>
      </p:sp>
      <p:sp>
        <p:nvSpPr>
          <p:cNvPr id="5355" name="TextBox 21"/>
          <p:cNvSpPr txBox="1"/>
          <p:nvPr/>
        </p:nvSpPr>
        <p:spPr>
          <a:xfrm>
            <a:off x="2959608" y="7853549"/>
            <a:ext cx="1780032" cy="3381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31"/>
              </a:lnSpc>
            </a:pPr>
            <a:r>
              <a:rPr lang="pt-BR" sz="1040" b="1">
                <a:solidFill>
                  <a:srgbClr val="1A1A24"/>
                </a:solidFill>
                <a:latin typeface="Overpass"/>
              </a:rPr>
              <a:t>{{S21_5355}}</a:t>
            </a:r>
          </a:p>
        </p:txBody>
      </p:sp>
      <p:sp>
        <p:nvSpPr>
          <p:cNvPr id="5356" name="TextBox 21"/>
          <p:cNvSpPr txBox="1"/>
          <p:nvPr/>
        </p:nvSpPr>
        <p:spPr>
          <a:xfrm>
            <a:off x="2959608" y="8264881"/>
            <a:ext cx="1780032" cy="79667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255"/>
              </a:lnSpc>
            </a:pPr>
            <a:r>
              <a:rPr lang="pt-BR" sz="980" b="0">
                <a:solidFill>
                  <a:srgbClr val="1A1A24"/>
                </a:solidFill>
                <a:latin typeface="Overpass"/>
              </a:rPr>
              <a:t>{{S21_5356}}</a:t>
            </a:r>
          </a:p>
        </p:txBody>
      </p:sp>
      <p:sp>
        <p:nvSpPr>
          <p:cNvPr id="5357" name="Rectangle 18"/>
          <p:cNvSpPr/>
          <p:nvPr/>
        </p:nvSpPr>
        <p:spPr>
          <a:xfrm>
            <a:off x="4977384" y="7341485"/>
            <a:ext cx="2036064" cy="1884661"/>
          </a:xfrm>
          <a:prstGeom prst="rect">
            <a:avLst/>
          </a:prstGeom>
          <a:solidFill>
            <a:srgbClr val="FFF6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58" name="Rectangle 20"/>
          <p:cNvSpPr/>
          <p:nvPr/>
        </p:nvSpPr>
        <p:spPr>
          <a:xfrm>
            <a:off x="5105400" y="7487789"/>
            <a:ext cx="384048" cy="256032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935"/>
              </a:lnSpc>
            </a:pPr>
            <a:r>
              <a:rPr lang="pt-BR" sz="850" b="1">
                <a:solidFill>
                  <a:srgbClr val="1A1A24"/>
                </a:solidFill>
                <a:latin typeface="Overpass"/>
              </a:rPr>
              <a:t>{{S21_5358}}</a:t>
            </a:r>
          </a:p>
        </p:txBody>
      </p:sp>
      <p:sp>
        <p:nvSpPr>
          <p:cNvPr id="5359" name="TextBox 21"/>
          <p:cNvSpPr txBox="1"/>
          <p:nvPr/>
        </p:nvSpPr>
        <p:spPr>
          <a:xfrm>
            <a:off x="5105400" y="7853549"/>
            <a:ext cx="1780032" cy="3381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31"/>
              </a:lnSpc>
            </a:pPr>
            <a:r>
              <a:rPr lang="pt-BR" sz="1040" b="1">
                <a:solidFill>
                  <a:srgbClr val="1A1A24"/>
                </a:solidFill>
                <a:latin typeface="Overpass"/>
              </a:rPr>
              <a:t>{{S21_5359}}</a:t>
            </a:r>
          </a:p>
        </p:txBody>
      </p:sp>
      <p:sp>
        <p:nvSpPr>
          <p:cNvPr id="5360" name="TextBox 21"/>
          <p:cNvSpPr txBox="1"/>
          <p:nvPr/>
        </p:nvSpPr>
        <p:spPr>
          <a:xfrm>
            <a:off x="5105400" y="8264881"/>
            <a:ext cx="1780032" cy="79667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255"/>
              </a:lnSpc>
            </a:pPr>
            <a:r>
              <a:rPr lang="pt-BR" sz="980" b="0">
                <a:solidFill>
                  <a:srgbClr val="1A1A24"/>
                </a:solidFill>
                <a:latin typeface="Overpass"/>
              </a:rPr>
              <a:t>{{S21_5360}}</a:t>
            </a:r>
          </a:p>
        </p:txBody>
      </p:sp>
      <p:cxnSp>
        <p:nvCxnSpPr>
          <p:cNvPr id="5361" name="Connector 29"/>
          <p:cNvCxnSpPr/>
          <p:nvPr/>
        </p:nvCxnSpPr>
        <p:spPr>
          <a:xfrm>
            <a:off x="685800" y="9356344"/>
            <a:ext cx="6327648" cy="0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362" name="TextBox 34"/>
          <p:cNvSpPr txBox="1"/>
          <p:nvPr/>
        </p:nvSpPr>
        <p:spPr>
          <a:xfrm>
            <a:off x="685800" y="9447783"/>
            <a:ext cx="6327648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50"/>
              </a:lnSpc>
            </a:pPr>
            <a:r>
              <a:rPr lang="pt-BR" sz="680" b="1" spc="80">
                <a:solidFill>
                  <a:srgbClr val="1A1A24"/>
                </a:solidFill>
                <a:latin typeface="Overpass"/>
              </a:rPr>
              <a:t>{{S21_5362}}</a:t>
            </a:r>
          </a:p>
        </p:txBody>
      </p:sp>
      <p:sp>
        <p:nvSpPr>
          <p:cNvPr id="5363" name="TextBox 35"/>
          <p:cNvSpPr txBox="1"/>
          <p:nvPr/>
        </p:nvSpPr>
        <p:spPr>
          <a:xfrm>
            <a:off x="685800" y="9603231"/>
            <a:ext cx="6327648" cy="3362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16"/>
              </a:lnSpc>
              <a:spcAft>
                <a:spcPts val="100"/>
              </a:spcAft>
            </a:pPr>
            <a:r>
              <a:rPr lang="pt-BR" sz="680" b="0">
                <a:solidFill>
                  <a:srgbClr val="1A1A24"/>
                </a:solidFill>
                <a:latin typeface="Overpass"/>
              </a:rPr>
              <a:t>{{S21_5363}}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384048"/>
            <a:ext cx="786333" cy="23774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FFC000"/>
                </a:solidFill>
                <a:latin typeface="Overpass"/>
              </a:rPr>
              <a:t>{{S26_2}}</a:t>
            </a:r>
          </a:p>
        </p:txBody>
      </p:sp>
      <p:pic>
        <p:nvPicPr>
          <p:cNvPr id="3" name="Logo EY" descr="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014" y="246888"/>
            <a:ext cx="482433" cy="56692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685800" y="10058400"/>
            <a:ext cx="6327648" cy="0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685800" y="10131552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11"/>
              </a:lnSpc>
            </a:pPr>
            <a:r>
              <a:rPr lang="pt-BR" sz="650" b="0">
                <a:solidFill>
                  <a:srgbClr val="1A1A24"/>
                </a:solidFill>
                <a:latin typeface="Overpass"/>
              </a:rPr>
              <a:t>{{S26_5}}</a:t>
            </a:r>
          </a:p>
        </p:txBody>
      </p:sp>
      <p:sp>
        <p:nvSpPr>
          <p:cNvPr id="6" name="Rectangle 5"/>
          <p:cNvSpPr/>
          <p:nvPr/>
        </p:nvSpPr>
        <p:spPr>
          <a:xfrm>
            <a:off x="6775704" y="10113264"/>
            <a:ext cx="237744" cy="21945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{{S26_6}}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-67414" y="1365862"/>
            <a:ext cx="866349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75"/>
              </a:lnSpc>
            </a:pPr>
            <a:r>
              <a:rPr lang="pt-BR" sz="700" b="1" spc="120">
                <a:solidFill>
                  <a:srgbClr val="1A1A24"/>
                </a:solidFill>
                <a:latin typeface="Overpass"/>
              </a:rPr>
              <a:t>{{S26_7}}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2027637"/>
            <a:ext cx="0" cy="7756443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10" name="Rounded Rectangle 9"/>
          <p:cNvSpPr/>
          <p:nvPr/>
        </p:nvSpPr>
        <p:spPr>
          <a:xfrm>
            <a:off x="685800" y="2066543"/>
            <a:ext cx="721575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990"/>
              </a:lnSpc>
            </a:pPr>
            <a:r>
              <a:rPr lang="pt-BR" sz="900" b="1">
                <a:solidFill>
                  <a:srgbClr val="FF2B2B"/>
                </a:solidFill>
                <a:latin typeface="Overpass"/>
              </a:rPr>
              <a:t>{{S26_10}}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67132"/>
            <a:ext cx="1359769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990"/>
              </a:lnSpc>
            </a:pPr>
            <a:r>
              <a:rPr lang="pt-BR" sz="900" b="1">
                <a:solidFill>
                  <a:srgbClr val="FFC000"/>
                </a:solidFill>
                <a:latin typeface="Overpass"/>
              </a:rPr>
              <a:t>{{S26_12}}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811689"/>
            <a:ext cx="893768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990"/>
              </a:lnSpc>
            </a:pPr>
            <a:r>
              <a:rPr lang="pt-BR" sz="900" b="1">
                <a:solidFill>
                  <a:srgbClr val="FFC000"/>
                </a:solidFill>
                <a:latin typeface="Overpass"/>
              </a:rPr>
              <a:t>{{S26_14}}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6256246"/>
            <a:ext cx="871708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990"/>
              </a:lnSpc>
            </a:pPr>
            <a:r>
              <a:rPr lang="pt-BR" sz="900" b="1">
                <a:solidFill>
                  <a:srgbClr val="33FF00"/>
                </a:solidFill>
                <a:latin typeface="Overpass"/>
              </a:rPr>
              <a:t>{{S26_16}}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7700804"/>
            <a:ext cx="86005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990"/>
              </a:lnSpc>
            </a:pPr>
            <a:r>
              <a:rPr lang="pt-BR" sz="900" b="1">
                <a:solidFill>
                  <a:srgbClr val="FFFFFF"/>
                </a:solidFill>
                <a:latin typeface="Overpass"/>
              </a:rPr>
              <a:t>{{S26_18}}</a:t>
            </a:r>
          </a:p>
        </p:txBody>
      </p:sp>
      <p:sp>
        <p:nvSpPr>
          <p:cNvPr id="5983" name="TextBox 12"/>
          <p:cNvSpPr txBox="1"/>
          <p:nvPr/>
        </p:nvSpPr>
        <p:spPr>
          <a:xfrm>
            <a:off x="685800" y="1024128"/>
            <a:ext cx="6327648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92"/>
              </a:lnSpc>
            </a:pPr>
            <a:r>
              <a:rPr lang="pt-BR" sz="2400" b="1">
                <a:solidFill>
                  <a:srgbClr val="1A1A24"/>
                </a:solidFill>
                <a:latin typeface="Overpass"/>
              </a:rPr>
              <a:t>{{S26_5983}}</a:t>
            </a:r>
          </a:p>
        </p:txBody>
      </p:sp>
      <p:sp>
        <p:nvSpPr>
          <p:cNvPr id="5984" name="TextBox 16"/>
          <p:cNvSpPr txBox="1"/>
          <p:nvPr/>
        </p:nvSpPr>
        <p:spPr>
          <a:xfrm>
            <a:off x="685800" y="1481328"/>
            <a:ext cx="632764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197"/>
              </a:lnSpc>
            </a:pPr>
            <a:r>
              <a:rPr lang="pt-BR" sz="950" b="0">
                <a:solidFill>
                  <a:srgbClr val="1A1A24"/>
                </a:solidFill>
                <a:latin typeface="Overpass"/>
              </a:rPr>
              <a:t>{{S26_5984}}</a:t>
            </a:r>
          </a:p>
        </p:txBody>
      </p:sp>
      <p:sp>
        <p:nvSpPr>
          <p:cNvPr id="5985" name="TextBox 16"/>
          <p:cNvSpPr txBox="1"/>
          <p:nvPr/>
        </p:nvSpPr>
        <p:spPr>
          <a:xfrm>
            <a:off x="685800" y="2450591"/>
            <a:ext cx="632764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97"/>
              </a:lnSpc>
            </a:pPr>
            <a:r>
              <a:rPr lang="pt-BR" sz="950" b="1">
                <a:solidFill>
                  <a:srgbClr val="1A1A24"/>
                </a:solidFill>
                <a:latin typeface="Overpass"/>
              </a:rPr>
              <a:t>{{S26_5985}}</a:t>
            </a:r>
          </a:p>
        </p:txBody>
      </p:sp>
      <p:sp>
        <p:nvSpPr>
          <p:cNvPr id="5986" name="TextBox 16"/>
          <p:cNvSpPr txBox="1"/>
          <p:nvPr/>
        </p:nvSpPr>
        <p:spPr>
          <a:xfrm>
            <a:off x="685800" y="2660903"/>
            <a:ext cx="6327648" cy="4319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134"/>
              </a:lnSpc>
            </a:pPr>
            <a:r>
              <a:rPr lang="pt-BR" sz="900" b="0">
                <a:solidFill>
                  <a:srgbClr val="1A1A24"/>
                </a:solidFill>
                <a:latin typeface="Overpass"/>
              </a:rPr>
              <a:t>{{S26_5986}}</a:t>
            </a:r>
          </a:p>
        </p:txBody>
      </p:sp>
      <p:sp>
        <p:nvSpPr>
          <p:cNvPr id="5987" name="TextBox 16"/>
          <p:cNvSpPr txBox="1"/>
          <p:nvPr/>
        </p:nvSpPr>
        <p:spPr>
          <a:xfrm>
            <a:off x="685800" y="3751180"/>
            <a:ext cx="632764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97"/>
              </a:lnSpc>
            </a:pPr>
            <a:r>
              <a:rPr lang="pt-BR" sz="950" b="1">
                <a:solidFill>
                  <a:srgbClr val="1A1A24"/>
                </a:solidFill>
                <a:latin typeface="Overpass"/>
              </a:rPr>
              <a:t>{{S26_5987}}</a:t>
            </a:r>
          </a:p>
        </p:txBody>
      </p:sp>
      <p:sp>
        <p:nvSpPr>
          <p:cNvPr id="5988" name="TextBox 16"/>
          <p:cNvSpPr txBox="1"/>
          <p:nvPr/>
        </p:nvSpPr>
        <p:spPr>
          <a:xfrm>
            <a:off x="685800" y="3961492"/>
            <a:ext cx="6327648" cy="57587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134"/>
              </a:lnSpc>
            </a:pPr>
            <a:r>
              <a:rPr lang="pt-BR" sz="900" b="0">
                <a:solidFill>
                  <a:srgbClr val="1A1A24"/>
                </a:solidFill>
                <a:latin typeface="Overpass"/>
              </a:rPr>
              <a:t>{{S26_5988}}</a:t>
            </a:r>
          </a:p>
        </p:txBody>
      </p:sp>
      <p:sp>
        <p:nvSpPr>
          <p:cNvPr id="5989" name="TextBox 16"/>
          <p:cNvSpPr txBox="1"/>
          <p:nvPr/>
        </p:nvSpPr>
        <p:spPr>
          <a:xfrm>
            <a:off x="685800" y="5195737"/>
            <a:ext cx="632764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97"/>
              </a:lnSpc>
            </a:pPr>
            <a:r>
              <a:rPr lang="pt-BR" sz="950" b="1">
                <a:solidFill>
                  <a:srgbClr val="1A1A24"/>
                </a:solidFill>
                <a:latin typeface="Overpass"/>
              </a:rPr>
              <a:t>{{S26_5989}}</a:t>
            </a:r>
          </a:p>
        </p:txBody>
      </p:sp>
      <p:sp>
        <p:nvSpPr>
          <p:cNvPr id="5990" name="TextBox 16"/>
          <p:cNvSpPr txBox="1"/>
          <p:nvPr/>
        </p:nvSpPr>
        <p:spPr>
          <a:xfrm>
            <a:off x="685800" y="5406049"/>
            <a:ext cx="6327648" cy="57587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134"/>
              </a:lnSpc>
            </a:pPr>
            <a:r>
              <a:rPr lang="pt-BR" sz="900" b="0">
                <a:solidFill>
                  <a:srgbClr val="1A1A24"/>
                </a:solidFill>
                <a:latin typeface="Overpass"/>
              </a:rPr>
              <a:t>{{S26_5990}}</a:t>
            </a:r>
          </a:p>
        </p:txBody>
      </p:sp>
      <p:sp>
        <p:nvSpPr>
          <p:cNvPr id="5991" name="TextBox 16"/>
          <p:cNvSpPr txBox="1"/>
          <p:nvPr/>
        </p:nvSpPr>
        <p:spPr>
          <a:xfrm>
            <a:off x="685800" y="6640294"/>
            <a:ext cx="632764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97"/>
              </a:lnSpc>
            </a:pPr>
            <a:r>
              <a:rPr lang="pt-BR" sz="950" b="1">
                <a:solidFill>
                  <a:srgbClr val="1A1A24"/>
                </a:solidFill>
                <a:latin typeface="Overpass"/>
              </a:rPr>
              <a:t>{{S26_5991}}</a:t>
            </a:r>
          </a:p>
        </p:txBody>
      </p:sp>
      <p:sp>
        <p:nvSpPr>
          <p:cNvPr id="5992" name="TextBox 16"/>
          <p:cNvSpPr txBox="1"/>
          <p:nvPr/>
        </p:nvSpPr>
        <p:spPr>
          <a:xfrm>
            <a:off x="685800" y="6850606"/>
            <a:ext cx="6327648" cy="57587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134"/>
              </a:lnSpc>
            </a:pPr>
            <a:r>
              <a:rPr lang="pt-BR" sz="900" b="0">
                <a:solidFill>
                  <a:srgbClr val="1A1A24"/>
                </a:solidFill>
                <a:latin typeface="Overpass"/>
              </a:rPr>
              <a:t>{{S26_5992}}</a:t>
            </a:r>
          </a:p>
        </p:txBody>
      </p:sp>
      <p:sp>
        <p:nvSpPr>
          <p:cNvPr id="5993" name="TextBox 16"/>
          <p:cNvSpPr txBox="1"/>
          <p:nvPr/>
        </p:nvSpPr>
        <p:spPr>
          <a:xfrm>
            <a:off x="685800" y="8084852"/>
            <a:ext cx="632764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97"/>
              </a:lnSpc>
            </a:pPr>
            <a:r>
              <a:rPr lang="pt-BR" sz="950" b="1">
                <a:solidFill>
                  <a:srgbClr val="1A1A24"/>
                </a:solidFill>
                <a:latin typeface="Overpass"/>
              </a:rPr>
              <a:t>{{S26_5993}}</a:t>
            </a:r>
          </a:p>
        </p:txBody>
      </p:sp>
      <p:sp>
        <p:nvSpPr>
          <p:cNvPr id="5994" name="TextBox 16"/>
          <p:cNvSpPr txBox="1"/>
          <p:nvPr/>
        </p:nvSpPr>
        <p:spPr>
          <a:xfrm>
            <a:off x="685800" y="8295164"/>
            <a:ext cx="6327648" cy="2879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134"/>
              </a:lnSpc>
            </a:pPr>
            <a:r>
              <a:rPr lang="pt-BR" sz="900" b="0">
                <a:solidFill>
                  <a:srgbClr val="1A1A24"/>
                </a:solidFill>
                <a:latin typeface="Overpass"/>
              </a:rPr>
              <a:t>{{S26_5994}}</a:t>
            </a:r>
          </a:p>
        </p:txBody>
      </p:sp>
      <p:cxnSp>
        <p:nvCxnSpPr>
          <p:cNvPr id="5995" name="Connector 29"/>
          <p:cNvCxnSpPr/>
          <p:nvPr/>
        </p:nvCxnSpPr>
        <p:spPr>
          <a:xfrm>
            <a:off x="685800" y="8784271"/>
            <a:ext cx="6327648" cy="0"/>
          </a:xfrm>
          <a:prstGeom prst="line">
            <a:avLst/>
          </a:prstGeom>
          <a:ln w="6350">
            <a:solidFill>
              <a:srgbClr val="D9D9E3"/>
            </a:solidFill>
          </a:ln>
          <a:effectLst/>
        </p:spPr>
      </p:cxnSp>
      <p:sp>
        <p:nvSpPr>
          <p:cNvPr id="5996" name="TextBox 17"/>
          <p:cNvSpPr txBox="1"/>
          <p:nvPr/>
        </p:nvSpPr>
        <p:spPr>
          <a:xfrm>
            <a:off x="685800" y="8893999"/>
            <a:ext cx="632764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38"/>
              </a:lnSpc>
            </a:pPr>
            <a:r>
              <a:rPr lang="pt-BR" sz="750" b="0">
                <a:solidFill>
                  <a:srgbClr val="1A1A24"/>
                </a:solidFill>
                <a:latin typeface="Overpass"/>
              </a:rPr>
              <a:t>{{S26_5996}}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384048"/>
            <a:ext cx="786333" cy="23774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FFC000"/>
                </a:solidFill>
                <a:latin typeface="Overpass"/>
              </a:rPr>
              <a:t>{{S27_2}}</a:t>
            </a:r>
          </a:p>
        </p:txBody>
      </p:sp>
      <p:pic>
        <p:nvPicPr>
          <p:cNvPr id="3" name="Logo EY" descr="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014" y="246888"/>
            <a:ext cx="482433" cy="56692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685800" y="10058400"/>
            <a:ext cx="6327648" cy="0"/>
          </a:xfrm>
          <a:prstGeom prst="line">
            <a:avLst/>
          </a:prstGeom>
          <a:ln w="6350">
            <a:solidFill>
              <a:srgbClr val="4A4A57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685800" y="10131552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11"/>
              </a:lnSpc>
            </a:pPr>
            <a:r>
              <a:rPr lang="pt-BR" sz="650" b="0">
                <a:solidFill>
                  <a:srgbClr val="FFFFFF"/>
                </a:solidFill>
                <a:latin typeface="Overpass"/>
              </a:rPr>
              <a:t>{{S27_5}}</a:t>
            </a:r>
          </a:p>
        </p:txBody>
      </p:sp>
      <p:sp>
        <p:nvSpPr>
          <p:cNvPr id="6" name="Rectangle 5"/>
          <p:cNvSpPr/>
          <p:nvPr/>
        </p:nvSpPr>
        <p:spPr>
          <a:xfrm>
            <a:off x="6775704" y="10113264"/>
            <a:ext cx="237744" cy="219456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ts val="880"/>
              </a:lnSpc>
            </a:pPr>
            <a:r>
              <a:rPr lang="pt-BR" sz="800" b="1">
                <a:solidFill>
                  <a:srgbClr val="1A1A24"/>
                </a:solidFill>
                <a:latin typeface="Overpass"/>
              </a:rPr>
              <a:t>{{S27_6}}</a:t>
            </a:r>
          </a:p>
        </p:txBody>
      </p:sp>
      <p:pic>
        <p:nvPicPr>
          <p:cNvPr id="7" name="Faix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4400"/>
            <a:ext cx="1280160" cy="8961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512064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lang="pt-BR" sz="2000" b="1">
                <a:solidFill>
                  <a:srgbClr val="FFFFFF"/>
                </a:solidFill>
                <a:latin typeface="Overpass"/>
              </a:rPr>
              <a:t>{{S27_8}}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623559"/>
            <a:ext cx="5806440" cy="1734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380"/>
              </a:lnSpc>
              <a:spcAft>
                <a:spcPts val="800"/>
              </a:spcAft>
            </a:pPr>
            <a:r>
              <a:rPr lang="pt-BR" sz="1000" b="0">
                <a:solidFill>
                  <a:srgbClr val="FFFFFF"/>
                </a:solidFill>
                <a:latin typeface="Overpass"/>
              </a:rPr>
              <a:t>{{S27_9}}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racapa" descr="Foto de ponte iluminada com o logo E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4892040"/>
            <a:ext cx="632764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25"/>
              </a:lnSpc>
            </a:pPr>
            <a:r>
              <a:rPr lang="pt-BR" sz="1700" b="1">
                <a:solidFill>
                  <a:srgbClr val="FFFFFF"/>
                </a:solidFill>
                <a:latin typeface="Overpass"/>
              </a:rPr>
              <a:t>{{S28_3}}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257800"/>
            <a:ext cx="63276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375"/>
              </a:lnSpc>
            </a:pPr>
            <a:r>
              <a:rPr lang="pt-BR" sz="1100" b="0">
                <a:solidFill>
                  <a:srgbClr val="FFFFFF"/>
                </a:solidFill>
                <a:latin typeface="Overpass"/>
              </a:rPr>
              <a:t>{{S28_4}}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715000"/>
            <a:ext cx="5303520" cy="545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360"/>
              </a:lnSpc>
            </a:pPr>
            <a:r>
              <a:rPr lang="pt-BR" sz="1000" b="0">
                <a:solidFill>
                  <a:srgbClr val="FFFFFF"/>
                </a:solidFill>
                <a:latin typeface="Overpass"/>
              </a:rPr>
              <a:t>{{S28_5}}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949440"/>
            <a:ext cx="632764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62"/>
              </a:lnSpc>
            </a:pPr>
            <a:r>
              <a:rPr lang="pt-BR" sz="850" b="0">
                <a:solidFill>
                  <a:srgbClr val="FFFFFF"/>
                </a:solidFill>
                <a:latin typeface="Overpass"/>
              </a:rPr>
              <a:t>{{S28_6}}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178040"/>
            <a:ext cx="632764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ts val="1062"/>
              </a:lnSpc>
            </a:pPr>
            <a:r>
              <a:rPr lang="pt-BR" sz="850" b="0">
                <a:solidFill>
                  <a:srgbClr val="FFFFFF"/>
                </a:solidFill>
                <a:latin typeface="Overpass"/>
              </a:rPr>
              <a:t>{{S28_7}}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Y">
      <a:dk1>
        <a:srgbClr val="1A1A24"/>
      </a:dk1>
      <a:lt1>
        <a:srgbClr val="FFFFFF"/>
      </a:lt1>
      <a:dk2>
        <a:srgbClr val="2E2E38"/>
      </a:dk2>
      <a:lt2>
        <a:srgbClr val="F4F4F7"/>
      </a:lt2>
      <a:accent1>
        <a:srgbClr val="FFE600"/>
      </a:accent1>
      <a:accent2>
        <a:srgbClr val="2E2E38"/>
      </a:accent2>
      <a:accent3>
        <a:srgbClr val="747480"/>
      </a:accent3>
      <a:accent4>
        <a:srgbClr val="E03C31"/>
      </a:accent4>
      <a:accent5>
        <a:srgbClr val="FF9831"/>
      </a:accent5>
      <a:accent6>
        <a:srgbClr val="2DB757"/>
      </a:accent6>
      <a:hlink>
        <a:srgbClr val="1E3A5F"/>
      </a:hlink>
      <a:folHlink>
        <a:srgbClr val="1E3A5F"/>
      </a:folHlink>
    </a:clrScheme>
    <a:fontScheme name="EY">
      <a:majorFont>
        <a:latin typeface="Overpas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verpas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8287</Words>
  <Application>Microsoft Office PowerPoint</Application>
  <PresentationFormat>Custom</PresentationFormat>
  <Paragraphs>793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Boletim Semanal EY CTI Brasil</dc:title>
  <dc:subject>Boletim semanal de inteligência cibernética</dc:subject>
  <dc:creator>EY CTI Brasil • Cyber Fusion Center</dc:creator>
  <cp:keywords/>
  <dc:description>generated using python-pptx</dc:description>
  <cp:lastModifiedBy>Matheus Andrade</cp:lastModifiedBy>
  <cp:revision>2</cp:revision>
  <dcterms:created xsi:type="dcterms:W3CDTF">2013-01-27T09:14:16Z</dcterms:created>
  <dcterms:modified xsi:type="dcterms:W3CDTF">2026-10-22T14:38:06Z</dcterms:modified>
  <cp:category/>
  <dc:language>pt-BR</dc:language>
</cp:coreProperties>
</file>